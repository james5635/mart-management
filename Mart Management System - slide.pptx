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7" r:id="rId5"/>
    <p:sldMasterId id="214748369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y="5143500" cx="9144000"/>
  <p:notesSz cx="6858000" cy="9144000"/>
  <p:embeddedFontLst>
    <p:embeddedFont>
      <p:font typeface="Inter Tight Medium"/>
      <p:regular r:id="rId30"/>
      <p:bold r:id="rId31"/>
      <p:italic r:id="rId32"/>
      <p:boldItalic r:id="rId33"/>
    </p:embeddedFont>
    <p:embeddedFont>
      <p:font typeface="Kantumruy Pro"/>
      <p:regular r:id="rId34"/>
      <p:bold r:id="rId35"/>
      <p:italic r:id="rId36"/>
      <p:boldItalic r:id="rId37"/>
    </p:embeddedFont>
    <p:embeddedFont>
      <p:font typeface="Inter Tight"/>
      <p:regular r:id="rId38"/>
      <p:bold r:id="rId39"/>
      <p:italic r:id="rId40"/>
      <p:boldItalic r:id="rId41"/>
    </p:embeddedFont>
    <p:embeddedFont>
      <p:font typeface="Inter Tight SemiBold"/>
      <p:regular r:id="rId42"/>
      <p:bold r:id="rId43"/>
      <p:italic r:id="rId44"/>
      <p:boldItalic r:id="rId4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7E10D6-9108-41D9-B3E9-6B60E2D8D70D}">
  <a:tblStyle styleId="{767E10D6-9108-41D9-B3E9-6B60E2D8D70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InterTight-italic.fntdata"/><Relationship Id="rId20" Type="http://schemas.openxmlformats.org/officeDocument/2006/relationships/slide" Target="slides/slide13.xml"/><Relationship Id="rId42" Type="http://schemas.openxmlformats.org/officeDocument/2006/relationships/font" Target="fonts/InterTightSemiBold-regular.fntdata"/><Relationship Id="rId41" Type="http://schemas.openxmlformats.org/officeDocument/2006/relationships/font" Target="fonts/InterTight-boldItalic.fntdata"/><Relationship Id="rId22" Type="http://schemas.openxmlformats.org/officeDocument/2006/relationships/slide" Target="slides/slide15.xml"/><Relationship Id="rId44" Type="http://schemas.openxmlformats.org/officeDocument/2006/relationships/font" Target="fonts/InterTightSemiBold-italic.fntdata"/><Relationship Id="rId21" Type="http://schemas.openxmlformats.org/officeDocument/2006/relationships/slide" Target="slides/slide14.xml"/><Relationship Id="rId43" Type="http://schemas.openxmlformats.org/officeDocument/2006/relationships/font" Target="fonts/InterTightSemiBold-bold.fntdata"/><Relationship Id="rId24" Type="http://schemas.openxmlformats.org/officeDocument/2006/relationships/slide" Target="slides/slide17.xml"/><Relationship Id="rId23" Type="http://schemas.openxmlformats.org/officeDocument/2006/relationships/slide" Target="slides/slide16.xml"/><Relationship Id="rId45" Type="http://schemas.openxmlformats.org/officeDocument/2006/relationships/font" Target="fonts/InterTight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InterTightMedium-bold.fntdata"/><Relationship Id="rId30" Type="http://schemas.openxmlformats.org/officeDocument/2006/relationships/font" Target="fonts/InterTightMedium-regular.fntdata"/><Relationship Id="rId11" Type="http://schemas.openxmlformats.org/officeDocument/2006/relationships/slide" Target="slides/slide4.xml"/><Relationship Id="rId33" Type="http://schemas.openxmlformats.org/officeDocument/2006/relationships/font" Target="fonts/InterTightMedium-boldItalic.fntdata"/><Relationship Id="rId10" Type="http://schemas.openxmlformats.org/officeDocument/2006/relationships/slide" Target="slides/slide3.xml"/><Relationship Id="rId32" Type="http://schemas.openxmlformats.org/officeDocument/2006/relationships/font" Target="fonts/InterTightMedium-italic.fntdata"/><Relationship Id="rId13" Type="http://schemas.openxmlformats.org/officeDocument/2006/relationships/slide" Target="slides/slide6.xml"/><Relationship Id="rId35" Type="http://schemas.openxmlformats.org/officeDocument/2006/relationships/font" Target="fonts/KantumruyPro-bold.fntdata"/><Relationship Id="rId12" Type="http://schemas.openxmlformats.org/officeDocument/2006/relationships/slide" Target="slides/slide5.xml"/><Relationship Id="rId34" Type="http://schemas.openxmlformats.org/officeDocument/2006/relationships/font" Target="fonts/KantumruyPro-regular.fntdata"/><Relationship Id="rId15" Type="http://schemas.openxmlformats.org/officeDocument/2006/relationships/slide" Target="slides/slide8.xml"/><Relationship Id="rId37" Type="http://schemas.openxmlformats.org/officeDocument/2006/relationships/font" Target="fonts/KantumruyPro-boldItalic.fntdata"/><Relationship Id="rId14" Type="http://schemas.openxmlformats.org/officeDocument/2006/relationships/slide" Target="slides/slide7.xml"/><Relationship Id="rId36" Type="http://schemas.openxmlformats.org/officeDocument/2006/relationships/font" Target="fonts/KantumruyPro-italic.fntdata"/><Relationship Id="rId17" Type="http://schemas.openxmlformats.org/officeDocument/2006/relationships/slide" Target="slides/slide10.xml"/><Relationship Id="rId39" Type="http://schemas.openxmlformats.org/officeDocument/2006/relationships/font" Target="fonts/InterTight-bold.fntdata"/><Relationship Id="rId16" Type="http://schemas.openxmlformats.org/officeDocument/2006/relationships/slide" Target="slides/slide9.xml"/><Relationship Id="rId38" Type="http://schemas.openxmlformats.org/officeDocument/2006/relationships/font" Target="fonts/InterTight-regular.fntdata"/><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bf53328205_0_1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2" name="Google Shape;362;g3bf53328205_0_1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bf53328205_0_3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g3bf53328205_0_3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bf53328205_0_9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3bf53328205_0_9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9fbe8f1f02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9fbe8f1f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a082f25ca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a082f25ca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9fbe8f1f0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8" name="Google Shape;428;g39fbe8f1f0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a082f25cac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7" name="Google Shape;437;g3a082f25cac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a082f25cac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5" name="Google Shape;445;g3a082f25cac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a082f25cac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a082f25cac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a082f25cac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1" name="Google Shape;461;g3a082f25cac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3a082f25cac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3a082f25cac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3bf53328205_0_19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7" name="Google Shape;477;g3bf53328205_0_19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a082f25cac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3a082f25cac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bf53328205_0_19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g3bf53328205_0_19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3bf53328205_0_19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0" name="Google Shape;500;g3bf53328205_0_19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bf53328205_0_19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7" name="Google Shape;507;g3bf53328205_0_19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bf53328205_0_20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5" name="Google Shape;515;g3bf53328205_0_20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bf53328205_0_20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bf53328205_0_20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bf53328205_0_20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0" name="Google Shape;530;g3bf53328205_0_20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a082f25cac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a082f25cac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9887e9b1fb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7" name="Google Shape;547;g39887e9b1fb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9887e9b1f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g39887e9b1f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54" name="Shape 54"/>
        <p:cNvGrpSpPr/>
        <p:nvPr/>
      </p:nvGrpSpPr>
      <p:grpSpPr>
        <a:xfrm>
          <a:off x="0" y="0"/>
          <a:ext cx="0" cy="0"/>
          <a:chOff x="0" y="0"/>
          <a:chExt cx="0" cy="0"/>
        </a:xfrm>
      </p:grpSpPr>
      <p:grpSp>
        <p:nvGrpSpPr>
          <p:cNvPr id="55" name="Google Shape;55;p14"/>
          <p:cNvGrpSpPr/>
          <p:nvPr/>
        </p:nvGrpSpPr>
        <p:grpSpPr>
          <a:xfrm rot="299808">
            <a:off x="124383" y="-559521"/>
            <a:ext cx="8900029" cy="6258229"/>
            <a:chOff x="124223" y="-559280"/>
            <a:chExt cx="8900025" cy="6258226"/>
          </a:xfrm>
        </p:grpSpPr>
        <p:grpSp>
          <p:nvGrpSpPr>
            <p:cNvPr id="56" name="Google Shape;56;p14"/>
            <p:cNvGrpSpPr/>
            <p:nvPr/>
          </p:nvGrpSpPr>
          <p:grpSpPr>
            <a:xfrm>
              <a:off x="124223" y="-78561"/>
              <a:ext cx="8900025" cy="5296800"/>
              <a:chOff x="124223" y="-78561"/>
              <a:chExt cx="8900025" cy="5296800"/>
            </a:xfrm>
          </p:grpSpPr>
          <p:sp>
            <p:nvSpPr>
              <p:cNvPr id="57" name="Google Shape;57;p14"/>
              <p:cNvSpPr/>
              <p:nvPr/>
            </p:nvSpPr>
            <p:spPr>
              <a:xfrm rot="-1623">
                <a:off x="7117071" y="2014308"/>
                <a:ext cx="1906200" cy="18756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a:ea typeface="Inter Tight"/>
                  <a:cs typeface="Inter Tight"/>
                  <a:sym typeface="Inter Tight"/>
                </a:endParaRPr>
              </a:p>
            </p:txBody>
          </p:sp>
          <p:sp>
            <p:nvSpPr>
              <p:cNvPr id="58" name="Google Shape;58;p14"/>
              <p:cNvSpPr/>
              <p:nvPr/>
            </p:nvSpPr>
            <p:spPr>
              <a:xfrm flipH="1" rot="-1487">
                <a:off x="124823" y="-77211"/>
                <a:ext cx="6242101" cy="5294100"/>
              </a:xfrm>
              <a:prstGeom prst="snip1Rect">
                <a:avLst>
                  <a:gd fmla="val 42486"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SemiBold"/>
                  <a:ea typeface="Inter Tight SemiBold"/>
                  <a:cs typeface="Inter Tight SemiBold"/>
                  <a:sym typeface="Inter Tight SemiBold"/>
                </a:endParaRPr>
              </a:p>
            </p:txBody>
          </p:sp>
          <p:sp>
            <p:nvSpPr>
              <p:cNvPr id="59" name="Google Shape;59;p14"/>
              <p:cNvSpPr/>
              <p:nvPr/>
            </p:nvSpPr>
            <p:spPr>
              <a:xfrm flipH="1" rot="10798513">
                <a:off x="2781248" y="-76291"/>
                <a:ext cx="6242401" cy="5289900"/>
              </a:xfrm>
              <a:prstGeom prst="snip1Rect">
                <a:avLst>
                  <a:gd fmla="val 42496"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SemiBold"/>
                  <a:ea typeface="Inter Tight SemiBold"/>
                  <a:cs typeface="Inter Tight SemiBold"/>
                  <a:sym typeface="Inter Tight SemiBold"/>
                </a:endParaRPr>
              </a:p>
            </p:txBody>
          </p:sp>
          <p:sp>
            <p:nvSpPr>
              <p:cNvPr id="60" name="Google Shape;60;p14"/>
              <p:cNvSpPr/>
              <p:nvPr/>
            </p:nvSpPr>
            <p:spPr>
              <a:xfrm rot="-1623">
                <a:off x="125118" y="1250275"/>
                <a:ext cx="1906200" cy="18756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a:ea typeface="Inter Tight"/>
                  <a:cs typeface="Inter Tight"/>
                  <a:sym typeface="Inter Tight"/>
                </a:endParaRPr>
              </a:p>
            </p:txBody>
          </p:sp>
        </p:grpSp>
        <p:sp>
          <p:nvSpPr>
            <p:cNvPr id="61" name="Google Shape;61;p14"/>
            <p:cNvSpPr/>
            <p:nvPr/>
          </p:nvSpPr>
          <p:spPr>
            <a:xfrm rot="-4516116">
              <a:off x="314265" y="-331820"/>
              <a:ext cx="1871106" cy="183798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SemiBold"/>
                <a:ea typeface="Inter Tight SemiBold"/>
                <a:cs typeface="Inter Tight SemiBold"/>
                <a:sym typeface="Inter Tight SemiBold"/>
              </a:endParaRPr>
            </a:p>
          </p:txBody>
        </p:sp>
        <p:sp>
          <p:nvSpPr>
            <p:cNvPr id="62" name="Google Shape;62;p14"/>
            <p:cNvSpPr/>
            <p:nvPr/>
          </p:nvSpPr>
          <p:spPr>
            <a:xfrm rot="6283884">
              <a:off x="6963097" y="3633506"/>
              <a:ext cx="1871106" cy="183798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SemiBold"/>
                <a:ea typeface="Inter Tight SemiBold"/>
                <a:cs typeface="Inter Tight SemiBold"/>
                <a:sym typeface="Inter Tight SemiBold"/>
              </a:endParaRPr>
            </a:p>
          </p:txBody>
        </p:sp>
      </p:grpSp>
      <p:sp>
        <p:nvSpPr>
          <p:cNvPr id="63" name="Google Shape;63;p14"/>
          <p:cNvSpPr txBox="1"/>
          <p:nvPr>
            <p:ph type="ctrTitle"/>
          </p:nvPr>
        </p:nvSpPr>
        <p:spPr>
          <a:xfrm>
            <a:off x="1826325" y="1559575"/>
            <a:ext cx="5494800" cy="15699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SzPts val="5000"/>
              <a:buNone/>
              <a:defRPr sz="5000"/>
            </a:lvl1pPr>
            <a:lvl2pPr lvl="1">
              <a:lnSpc>
                <a:spcPct val="90000"/>
              </a:lnSpc>
              <a:spcBef>
                <a:spcPts val="0"/>
              </a:spcBef>
              <a:spcAft>
                <a:spcPts val="0"/>
              </a:spcAft>
              <a:buSzPts val="5000"/>
              <a:buNone/>
              <a:defRPr sz="5000"/>
            </a:lvl2pPr>
            <a:lvl3pPr lvl="2">
              <a:lnSpc>
                <a:spcPct val="90000"/>
              </a:lnSpc>
              <a:spcBef>
                <a:spcPts val="0"/>
              </a:spcBef>
              <a:spcAft>
                <a:spcPts val="0"/>
              </a:spcAft>
              <a:buSzPts val="5000"/>
              <a:buNone/>
              <a:defRPr sz="5000"/>
            </a:lvl3pPr>
            <a:lvl4pPr lvl="3">
              <a:lnSpc>
                <a:spcPct val="90000"/>
              </a:lnSpc>
              <a:spcBef>
                <a:spcPts val="0"/>
              </a:spcBef>
              <a:spcAft>
                <a:spcPts val="0"/>
              </a:spcAft>
              <a:buSzPts val="5000"/>
              <a:buNone/>
              <a:defRPr sz="5000"/>
            </a:lvl4pPr>
            <a:lvl5pPr lvl="4">
              <a:lnSpc>
                <a:spcPct val="90000"/>
              </a:lnSpc>
              <a:spcBef>
                <a:spcPts val="0"/>
              </a:spcBef>
              <a:spcAft>
                <a:spcPts val="0"/>
              </a:spcAft>
              <a:buSzPts val="5000"/>
              <a:buNone/>
              <a:defRPr sz="5000"/>
            </a:lvl5pPr>
            <a:lvl6pPr lvl="5">
              <a:lnSpc>
                <a:spcPct val="90000"/>
              </a:lnSpc>
              <a:spcBef>
                <a:spcPts val="0"/>
              </a:spcBef>
              <a:spcAft>
                <a:spcPts val="0"/>
              </a:spcAft>
              <a:buSzPts val="5000"/>
              <a:buNone/>
              <a:defRPr sz="5000"/>
            </a:lvl6pPr>
            <a:lvl7pPr lvl="6">
              <a:lnSpc>
                <a:spcPct val="90000"/>
              </a:lnSpc>
              <a:spcBef>
                <a:spcPts val="0"/>
              </a:spcBef>
              <a:spcAft>
                <a:spcPts val="0"/>
              </a:spcAft>
              <a:buSzPts val="5000"/>
              <a:buNone/>
              <a:defRPr sz="5000"/>
            </a:lvl7pPr>
            <a:lvl8pPr lvl="7">
              <a:lnSpc>
                <a:spcPct val="90000"/>
              </a:lnSpc>
              <a:spcBef>
                <a:spcPts val="0"/>
              </a:spcBef>
              <a:spcAft>
                <a:spcPts val="0"/>
              </a:spcAft>
              <a:buSzPts val="5000"/>
              <a:buNone/>
              <a:defRPr sz="5000"/>
            </a:lvl8pPr>
            <a:lvl9pPr lvl="8">
              <a:lnSpc>
                <a:spcPct val="90000"/>
              </a:lnSpc>
              <a:spcBef>
                <a:spcPts val="0"/>
              </a:spcBef>
              <a:spcAft>
                <a:spcPts val="0"/>
              </a:spcAft>
              <a:buSzPts val="5000"/>
              <a:buNone/>
              <a:defRPr sz="5000"/>
            </a:lvl9pPr>
          </a:lstStyle>
          <a:p/>
        </p:txBody>
      </p:sp>
      <p:sp>
        <p:nvSpPr>
          <p:cNvPr id="64" name="Google Shape;64;p14"/>
          <p:cNvSpPr txBox="1"/>
          <p:nvPr>
            <p:ph idx="1" type="subTitle"/>
          </p:nvPr>
        </p:nvSpPr>
        <p:spPr>
          <a:xfrm>
            <a:off x="1826325" y="3252475"/>
            <a:ext cx="5494800" cy="792600"/>
          </a:xfrm>
          <a:prstGeom prst="rect">
            <a:avLst/>
          </a:prstGeom>
        </p:spPr>
        <p:txBody>
          <a:bodyPr anchorCtr="0" anchor="t" bIns="91425" lIns="91425" spcFirstLastPara="1" rIns="91425" wrap="square" tIns="91425">
            <a:spAutoFit/>
          </a:bodyPr>
          <a:lstStyle>
            <a:lvl1pPr lvl="0">
              <a:spcBef>
                <a:spcPts val="0"/>
              </a:spcBef>
              <a:spcAft>
                <a:spcPts val="0"/>
              </a:spcAft>
              <a:buSzPts val="2500"/>
              <a:buFont typeface="Inter Tight Medium"/>
              <a:buNone/>
              <a:defRPr sz="2500">
                <a:latin typeface="Inter Tight Medium"/>
                <a:ea typeface="Inter Tight Medium"/>
                <a:cs typeface="Inter Tight Medium"/>
                <a:sym typeface="Inter Tight Medium"/>
              </a:defRPr>
            </a:lvl1pPr>
            <a:lvl2pPr lvl="1">
              <a:spcBef>
                <a:spcPts val="0"/>
              </a:spcBef>
              <a:spcAft>
                <a:spcPts val="0"/>
              </a:spcAft>
              <a:buSzPts val="2500"/>
              <a:buFont typeface="Inter Tight Medium"/>
              <a:buNone/>
              <a:defRPr sz="2500">
                <a:latin typeface="Inter Tight Medium"/>
                <a:ea typeface="Inter Tight Medium"/>
                <a:cs typeface="Inter Tight Medium"/>
                <a:sym typeface="Inter Tight Medium"/>
              </a:defRPr>
            </a:lvl2pPr>
            <a:lvl3pPr lvl="2">
              <a:spcBef>
                <a:spcPts val="0"/>
              </a:spcBef>
              <a:spcAft>
                <a:spcPts val="0"/>
              </a:spcAft>
              <a:buSzPts val="2500"/>
              <a:buFont typeface="Inter Tight Medium"/>
              <a:buNone/>
              <a:defRPr sz="2500">
                <a:latin typeface="Inter Tight Medium"/>
                <a:ea typeface="Inter Tight Medium"/>
                <a:cs typeface="Inter Tight Medium"/>
                <a:sym typeface="Inter Tight Medium"/>
              </a:defRPr>
            </a:lvl3pPr>
            <a:lvl4pPr lvl="3">
              <a:spcBef>
                <a:spcPts val="0"/>
              </a:spcBef>
              <a:spcAft>
                <a:spcPts val="0"/>
              </a:spcAft>
              <a:buSzPts val="2500"/>
              <a:buFont typeface="Inter Tight Medium"/>
              <a:buNone/>
              <a:defRPr sz="2500">
                <a:latin typeface="Inter Tight Medium"/>
                <a:ea typeface="Inter Tight Medium"/>
                <a:cs typeface="Inter Tight Medium"/>
                <a:sym typeface="Inter Tight Medium"/>
              </a:defRPr>
            </a:lvl4pPr>
            <a:lvl5pPr lvl="4">
              <a:spcBef>
                <a:spcPts val="0"/>
              </a:spcBef>
              <a:spcAft>
                <a:spcPts val="0"/>
              </a:spcAft>
              <a:buSzPts val="2500"/>
              <a:buFont typeface="Inter Tight Medium"/>
              <a:buNone/>
              <a:defRPr sz="2500">
                <a:latin typeface="Inter Tight Medium"/>
                <a:ea typeface="Inter Tight Medium"/>
                <a:cs typeface="Inter Tight Medium"/>
                <a:sym typeface="Inter Tight Medium"/>
              </a:defRPr>
            </a:lvl5pPr>
            <a:lvl6pPr lvl="5">
              <a:spcBef>
                <a:spcPts val="0"/>
              </a:spcBef>
              <a:spcAft>
                <a:spcPts val="0"/>
              </a:spcAft>
              <a:buSzPts val="2500"/>
              <a:buFont typeface="Inter Tight Medium"/>
              <a:buNone/>
              <a:defRPr sz="2500">
                <a:latin typeface="Inter Tight Medium"/>
                <a:ea typeface="Inter Tight Medium"/>
                <a:cs typeface="Inter Tight Medium"/>
                <a:sym typeface="Inter Tight Medium"/>
              </a:defRPr>
            </a:lvl6pPr>
            <a:lvl7pPr lvl="6">
              <a:spcBef>
                <a:spcPts val="0"/>
              </a:spcBef>
              <a:spcAft>
                <a:spcPts val="0"/>
              </a:spcAft>
              <a:buSzPts val="2500"/>
              <a:buFont typeface="Inter Tight Medium"/>
              <a:buNone/>
              <a:defRPr sz="2500">
                <a:latin typeface="Inter Tight Medium"/>
                <a:ea typeface="Inter Tight Medium"/>
                <a:cs typeface="Inter Tight Medium"/>
                <a:sym typeface="Inter Tight Medium"/>
              </a:defRPr>
            </a:lvl7pPr>
            <a:lvl8pPr lvl="7">
              <a:spcBef>
                <a:spcPts val="0"/>
              </a:spcBef>
              <a:spcAft>
                <a:spcPts val="0"/>
              </a:spcAft>
              <a:buSzPts val="2500"/>
              <a:buFont typeface="Inter Tight Medium"/>
              <a:buNone/>
              <a:defRPr sz="2500">
                <a:latin typeface="Inter Tight Medium"/>
                <a:ea typeface="Inter Tight Medium"/>
                <a:cs typeface="Inter Tight Medium"/>
                <a:sym typeface="Inter Tight Medium"/>
              </a:defRPr>
            </a:lvl8pPr>
            <a:lvl9pPr lvl="8">
              <a:spcBef>
                <a:spcPts val="0"/>
              </a:spcBef>
              <a:spcAft>
                <a:spcPts val="0"/>
              </a:spcAft>
              <a:buSzPts val="2500"/>
              <a:buFont typeface="Inter Tight Medium"/>
              <a:buNone/>
              <a:defRPr sz="2500">
                <a:latin typeface="Inter Tight Medium"/>
                <a:ea typeface="Inter Tight Medium"/>
                <a:cs typeface="Inter Tight Medium"/>
                <a:sym typeface="Inter Tight Medium"/>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65" name="Shape 65"/>
        <p:cNvGrpSpPr/>
        <p:nvPr/>
      </p:nvGrpSpPr>
      <p:grpSpPr>
        <a:xfrm>
          <a:off x="0" y="0"/>
          <a:ext cx="0" cy="0"/>
          <a:chOff x="0" y="0"/>
          <a:chExt cx="0" cy="0"/>
        </a:xfrm>
      </p:grpSpPr>
      <p:sp>
        <p:nvSpPr>
          <p:cNvPr id="66" name="Google Shape;66;p15"/>
          <p:cNvSpPr txBox="1"/>
          <p:nvPr>
            <p:ph type="title"/>
          </p:nvPr>
        </p:nvSpPr>
        <p:spPr>
          <a:xfrm>
            <a:off x="311700" y="2150850"/>
            <a:ext cx="8520600" cy="841800"/>
          </a:xfrm>
          <a:prstGeom prst="rect">
            <a:avLst/>
          </a:prstGeom>
        </p:spPr>
        <p:txBody>
          <a:bodyPr anchorCtr="0" anchor="ctr" bIns="91425" lIns="91425" spcFirstLastPara="1" rIns="91425" wrap="square" tIns="91425">
            <a:sp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67" name="Google Shape;67;p15"/>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_1">
    <p:spTree>
      <p:nvGrpSpPr>
        <p:cNvPr id="68" name="Shape 68"/>
        <p:cNvGrpSpPr/>
        <p:nvPr/>
      </p:nvGrpSpPr>
      <p:grpSpPr>
        <a:xfrm>
          <a:off x="0" y="0"/>
          <a:ext cx="0" cy="0"/>
          <a:chOff x="0" y="0"/>
          <a:chExt cx="0" cy="0"/>
        </a:xfrm>
      </p:grpSpPr>
      <p:sp>
        <p:nvSpPr>
          <p:cNvPr id="69" name="Google Shape;69;p16"/>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0" name="Google Shape;70;p16"/>
          <p:cNvSpPr txBox="1"/>
          <p:nvPr>
            <p:ph idx="1" type="body"/>
          </p:nvPr>
        </p:nvSpPr>
        <p:spPr>
          <a:xfrm>
            <a:off x="311700" y="1152475"/>
            <a:ext cx="8520600" cy="34164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71" name="Google Shape;71;p16"/>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
    <p:spTree>
      <p:nvGrpSpPr>
        <p:cNvPr id="72" name="Shape 72"/>
        <p:cNvGrpSpPr/>
        <p:nvPr/>
      </p:nvGrpSpPr>
      <p:grpSpPr>
        <a:xfrm>
          <a:off x="0" y="0"/>
          <a:ext cx="0" cy="0"/>
          <a:chOff x="0" y="0"/>
          <a:chExt cx="0" cy="0"/>
        </a:xfrm>
      </p:grpSpPr>
      <p:sp>
        <p:nvSpPr>
          <p:cNvPr id="73" name="Google Shape;73;p17"/>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4" name="Google Shape;74;p17"/>
          <p:cNvSpPr txBox="1"/>
          <p:nvPr>
            <p:ph idx="1" type="body"/>
          </p:nvPr>
        </p:nvSpPr>
        <p:spPr>
          <a:xfrm>
            <a:off x="3117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5" name="Google Shape;75;p17"/>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6" name="Google Shape;76;p17"/>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77" name="Shape 77"/>
        <p:cNvGrpSpPr/>
        <p:nvPr/>
      </p:nvGrpSpPr>
      <p:grpSpPr>
        <a:xfrm>
          <a:off x="0" y="0"/>
          <a:ext cx="0" cy="0"/>
          <a:chOff x="0" y="0"/>
          <a:chExt cx="0" cy="0"/>
        </a:xfrm>
      </p:grpSpPr>
      <p:sp>
        <p:nvSpPr>
          <p:cNvPr id="78" name="Google Shape;78;p18"/>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9" name="Google Shape;79;p18"/>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_3">
    <p:spTree>
      <p:nvGrpSpPr>
        <p:cNvPr id="80" name="Shape 80"/>
        <p:cNvGrpSpPr/>
        <p:nvPr/>
      </p:nvGrpSpPr>
      <p:grpSpPr>
        <a:xfrm>
          <a:off x="0" y="0"/>
          <a:ext cx="0" cy="0"/>
          <a:chOff x="0" y="0"/>
          <a:chExt cx="0" cy="0"/>
        </a:xfrm>
      </p:grpSpPr>
      <p:sp>
        <p:nvSpPr>
          <p:cNvPr id="81" name="Google Shape;81;p19"/>
          <p:cNvSpPr txBox="1"/>
          <p:nvPr>
            <p:ph type="title"/>
          </p:nvPr>
        </p:nvSpPr>
        <p:spPr>
          <a:xfrm>
            <a:off x="311700" y="555600"/>
            <a:ext cx="2808000" cy="755700"/>
          </a:xfrm>
          <a:prstGeom prst="rect">
            <a:avLst/>
          </a:prstGeom>
        </p:spPr>
        <p:txBody>
          <a:bodyPr anchorCtr="0" anchor="b" bIns="91425" lIns="91425" spcFirstLastPara="1" rIns="91425" wrap="square" tIns="91425">
            <a:sp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82" name="Google Shape;82;p19"/>
          <p:cNvSpPr txBox="1"/>
          <p:nvPr>
            <p:ph idx="1" type="body"/>
          </p:nvPr>
        </p:nvSpPr>
        <p:spPr>
          <a:xfrm>
            <a:off x="311700" y="1389600"/>
            <a:ext cx="2808000" cy="3179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3" name="Google Shape;83;p19"/>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_1">
    <p:spTree>
      <p:nvGrpSpPr>
        <p:cNvPr id="84" name="Shape 84"/>
        <p:cNvGrpSpPr/>
        <p:nvPr/>
      </p:nvGrpSpPr>
      <p:grpSpPr>
        <a:xfrm>
          <a:off x="0" y="0"/>
          <a:ext cx="0" cy="0"/>
          <a:chOff x="0" y="0"/>
          <a:chExt cx="0" cy="0"/>
        </a:xfrm>
      </p:grpSpPr>
      <p:sp>
        <p:nvSpPr>
          <p:cNvPr id="85" name="Google Shape;85;p20"/>
          <p:cNvSpPr txBox="1"/>
          <p:nvPr>
            <p:ph type="title"/>
          </p:nvPr>
        </p:nvSpPr>
        <p:spPr>
          <a:xfrm>
            <a:off x="490250" y="450150"/>
            <a:ext cx="6367800" cy="4090800"/>
          </a:xfrm>
          <a:prstGeom prst="rect">
            <a:avLst/>
          </a:prstGeom>
        </p:spPr>
        <p:txBody>
          <a:bodyPr anchorCtr="0" anchor="ctr" bIns="91425" lIns="91425" spcFirstLastPara="1" rIns="91425" wrap="square" tIns="91425">
            <a:sp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86" name="Google Shape;86;p20"/>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87" name="Shape 87"/>
        <p:cNvGrpSpPr/>
        <p:nvPr/>
      </p:nvGrpSpPr>
      <p:grpSpPr>
        <a:xfrm>
          <a:off x="0" y="0"/>
          <a:ext cx="0" cy="0"/>
          <a:chOff x="0" y="0"/>
          <a:chExt cx="0" cy="0"/>
        </a:xfrm>
      </p:grpSpPr>
      <p:sp>
        <p:nvSpPr>
          <p:cNvPr id="88" name="Google Shape;88;p21"/>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1"/>
          <p:cNvSpPr txBox="1"/>
          <p:nvPr>
            <p:ph type="title"/>
          </p:nvPr>
        </p:nvSpPr>
        <p:spPr>
          <a:xfrm>
            <a:off x="265500" y="1233175"/>
            <a:ext cx="4045200" cy="1482300"/>
          </a:xfrm>
          <a:prstGeom prst="rect">
            <a:avLst/>
          </a:prstGeom>
        </p:spPr>
        <p:txBody>
          <a:bodyPr anchorCtr="0" anchor="b" bIns="91425" lIns="91425" spcFirstLastPara="1" rIns="91425" wrap="square" tIns="91425">
            <a:sp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90" name="Google Shape;90;p21"/>
          <p:cNvSpPr txBox="1"/>
          <p:nvPr>
            <p:ph idx="1" type="subTitle"/>
          </p:nvPr>
        </p:nvSpPr>
        <p:spPr>
          <a:xfrm>
            <a:off x="265500" y="2803075"/>
            <a:ext cx="4045200" cy="1235100"/>
          </a:xfrm>
          <a:prstGeom prst="rect">
            <a:avLst/>
          </a:prstGeom>
        </p:spPr>
        <p:txBody>
          <a:bodyPr anchorCtr="0" anchor="t" bIns="91425" lIns="91425" spcFirstLastPara="1" rIns="91425" wrap="square" tIns="91425">
            <a:sp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91" name="Google Shape;91;p21"/>
          <p:cNvSpPr txBox="1"/>
          <p:nvPr>
            <p:ph idx="2" type="body"/>
          </p:nvPr>
        </p:nvSpPr>
        <p:spPr>
          <a:xfrm>
            <a:off x="4939500" y="724075"/>
            <a:ext cx="3837000" cy="3695100"/>
          </a:xfrm>
          <a:prstGeom prst="rect">
            <a:avLst/>
          </a:prstGeom>
        </p:spPr>
        <p:txBody>
          <a:bodyPr anchorCtr="0" anchor="ctr" bIns="91425" lIns="91425" spcFirstLastPara="1" rIns="91425" wrap="square" tIns="91425">
            <a:spAutoFit/>
          </a:bodyPr>
          <a:lstStyle>
            <a:lvl1pPr indent="-336550" lvl="0" marL="457200">
              <a:spcBef>
                <a:spcPts val="0"/>
              </a:spcBef>
              <a:spcAft>
                <a:spcPts val="0"/>
              </a:spcAft>
              <a:buClr>
                <a:schemeClr val="lt1"/>
              </a:buClr>
              <a:buSzPts val="1700"/>
              <a:buChar char="●"/>
              <a:defRPr>
                <a:solidFill>
                  <a:schemeClr val="lt1"/>
                </a:solidFill>
              </a:defRPr>
            </a:lvl1pPr>
            <a:lvl2pPr indent="-336550" lvl="1" marL="914400">
              <a:spcBef>
                <a:spcPts val="0"/>
              </a:spcBef>
              <a:spcAft>
                <a:spcPts val="0"/>
              </a:spcAft>
              <a:buClr>
                <a:schemeClr val="lt1"/>
              </a:buClr>
              <a:buSzPts val="1700"/>
              <a:buChar char="○"/>
              <a:defRPr>
                <a:solidFill>
                  <a:schemeClr val="lt1"/>
                </a:solidFill>
              </a:defRPr>
            </a:lvl2pPr>
            <a:lvl3pPr indent="-336550" lvl="2" marL="1371600">
              <a:spcBef>
                <a:spcPts val="0"/>
              </a:spcBef>
              <a:spcAft>
                <a:spcPts val="0"/>
              </a:spcAft>
              <a:buClr>
                <a:schemeClr val="lt1"/>
              </a:buClr>
              <a:buSzPts val="1700"/>
              <a:buChar char="■"/>
              <a:defRPr>
                <a:solidFill>
                  <a:schemeClr val="lt1"/>
                </a:solidFill>
              </a:defRPr>
            </a:lvl3pPr>
            <a:lvl4pPr indent="-336550" lvl="3" marL="1828800">
              <a:spcBef>
                <a:spcPts val="0"/>
              </a:spcBef>
              <a:spcAft>
                <a:spcPts val="0"/>
              </a:spcAft>
              <a:buClr>
                <a:schemeClr val="lt1"/>
              </a:buClr>
              <a:buSzPts val="1700"/>
              <a:buChar char="●"/>
              <a:defRPr>
                <a:solidFill>
                  <a:schemeClr val="lt1"/>
                </a:solidFill>
              </a:defRPr>
            </a:lvl4pPr>
            <a:lvl5pPr indent="-336550" lvl="4" marL="2286000">
              <a:spcBef>
                <a:spcPts val="0"/>
              </a:spcBef>
              <a:spcAft>
                <a:spcPts val="0"/>
              </a:spcAft>
              <a:buClr>
                <a:schemeClr val="lt1"/>
              </a:buClr>
              <a:buSzPts val="1700"/>
              <a:buChar char="○"/>
              <a:defRPr>
                <a:solidFill>
                  <a:schemeClr val="lt1"/>
                </a:solidFill>
              </a:defRPr>
            </a:lvl5pPr>
            <a:lvl6pPr indent="-336550" lvl="5" marL="2743200">
              <a:spcBef>
                <a:spcPts val="0"/>
              </a:spcBef>
              <a:spcAft>
                <a:spcPts val="0"/>
              </a:spcAft>
              <a:buClr>
                <a:schemeClr val="lt1"/>
              </a:buClr>
              <a:buSzPts val="1700"/>
              <a:buChar char="■"/>
              <a:defRPr>
                <a:solidFill>
                  <a:schemeClr val="lt1"/>
                </a:solidFill>
              </a:defRPr>
            </a:lvl6pPr>
            <a:lvl7pPr indent="-336550" lvl="6" marL="3200400">
              <a:spcBef>
                <a:spcPts val="0"/>
              </a:spcBef>
              <a:spcAft>
                <a:spcPts val="0"/>
              </a:spcAft>
              <a:buClr>
                <a:schemeClr val="lt1"/>
              </a:buClr>
              <a:buSzPts val="1700"/>
              <a:buChar char="●"/>
              <a:defRPr>
                <a:solidFill>
                  <a:schemeClr val="lt1"/>
                </a:solidFill>
              </a:defRPr>
            </a:lvl7pPr>
            <a:lvl8pPr indent="-336550" lvl="7" marL="3657600">
              <a:spcBef>
                <a:spcPts val="0"/>
              </a:spcBef>
              <a:spcAft>
                <a:spcPts val="0"/>
              </a:spcAft>
              <a:buClr>
                <a:schemeClr val="lt1"/>
              </a:buClr>
              <a:buSzPts val="1700"/>
              <a:buChar char="○"/>
              <a:defRPr>
                <a:solidFill>
                  <a:schemeClr val="lt1"/>
                </a:solidFill>
              </a:defRPr>
            </a:lvl8pPr>
            <a:lvl9pPr indent="-336550" lvl="8" marL="4114800">
              <a:spcBef>
                <a:spcPts val="0"/>
              </a:spcBef>
              <a:spcAft>
                <a:spcPts val="0"/>
              </a:spcAft>
              <a:buClr>
                <a:schemeClr val="lt1"/>
              </a:buClr>
              <a:buSzPts val="1700"/>
              <a:buChar char="■"/>
              <a:defRPr>
                <a:solidFill>
                  <a:schemeClr val="lt1"/>
                </a:solidFill>
              </a:defRPr>
            </a:lvl9pPr>
          </a:lstStyle>
          <a:p/>
        </p:txBody>
      </p:sp>
      <p:sp>
        <p:nvSpPr>
          <p:cNvPr id="92" name="Google Shape;92;p21"/>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_1">
    <p:spTree>
      <p:nvGrpSpPr>
        <p:cNvPr id="93" name="Shape 93"/>
        <p:cNvGrpSpPr/>
        <p:nvPr/>
      </p:nvGrpSpPr>
      <p:grpSpPr>
        <a:xfrm>
          <a:off x="0" y="0"/>
          <a:ext cx="0" cy="0"/>
          <a:chOff x="0" y="0"/>
          <a:chExt cx="0" cy="0"/>
        </a:xfrm>
      </p:grpSpPr>
      <p:sp>
        <p:nvSpPr>
          <p:cNvPr id="94" name="Google Shape;94;p22"/>
          <p:cNvSpPr txBox="1"/>
          <p:nvPr>
            <p:ph idx="1" type="body"/>
          </p:nvPr>
        </p:nvSpPr>
        <p:spPr>
          <a:xfrm>
            <a:off x="311700" y="4230575"/>
            <a:ext cx="5998800" cy="605100"/>
          </a:xfrm>
          <a:prstGeom prst="rect">
            <a:avLst/>
          </a:prstGeom>
        </p:spPr>
        <p:txBody>
          <a:bodyPr anchorCtr="0" anchor="ctr" bIns="91425" lIns="91425" spcFirstLastPara="1" rIns="91425" wrap="square" tIns="91425">
            <a:spAutoFit/>
          </a:bodyPr>
          <a:lstStyle>
            <a:lvl1pPr indent="-228600" lvl="0" marL="457200">
              <a:spcBef>
                <a:spcPts val="0"/>
              </a:spcBef>
              <a:spcAft>
                <a:spcPts val="0"/>
              </a:spcAft>
              <a:buSzPts val="1700"/>
              <a:buNone/>
              <a:defRPr/>
            </a:lvl1pPr>
          </a:lstStyle>
          <a:p/>
        </p:txBody>
      </p:sp>
      <p:sp>
        <p:nvSpPr>
          <p:cNvPr id="95" name="Google Shape;95;p22"/>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96" name="Shape 96"/>
        <p:cNvGrpSpPr/>
        <p:nvPr/>
      </p:nvGrpSpPr>
      <p:grpSpPr>
        <a:xfrm>
          <a:off x="0" y="0"/>
          <a:ext cx="0" cy="0"/>
          <a:chOff x="0" y="0"/>
          <a:chExt cx="0" cy="0"/>
        </a:xfrm>
      </p:grpSpPr>
      <p:sp>
        <p:nvSpPr>
          <p:cNvPr id="97" name="Google Shape;97;p2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sp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8" name="Google Shape;98;p23"/>
          <p:cNvSpPr txBox="1"/>
          <p:nvPr>
            <p:ph idx="1" type="body"/>
          </p:nvPr>
        </p:nvSpPr>
        <p:spPr>
          <a:xfrm>
            <a:off x="311700" y="3152225"/>
            <a:ext cx="8520600" cy="1300800"/>
          </a:xfrm>
          <a:prstGeom prst="rect">
            <a:avLst/>
          </a:prstGeom>
        </p:spPr>
        <p:txBody>
          <a:bodyPr anchorCtr="0" anchor="t" bIns="91425" lIns="91425" spcFirstLastPara="1" rIns="91425" wrap="square" tIns="91425">
            <a:spAutoFit/>
          </a:bodyPr>
          <a:lstStyle>
            <a:lvl1pPr indent="-336550" lvl="0" marL="457200" algn="ctr">
              <a:spcBef>
                <a:spcPts val="0"/>
              </a:spcBef>
              <a:spcAft>
                <a:spcPts val="0"/>
              </a:spcAft>
              <a:buSzPts val="1700"/>
              <a:buChar char="●"/>
              <a:defRPr/>
            </a:lvl1pPr>
            <a:lvl2pPr indent="-336550" lvl="1" marL="914400" algn="ctr">
              <a:spcBef>
                <a:spcPts val="0"/>
              </a:spcBef>
              <a:spcAft>
                <a:spcPts val="0"/>
              </a:spcAft>
              <a:buSzPts val="1700"/>
              <a:buChar char="○"/>
              <a:defRPr/>
            </a:lvl2pPr>
            <a:lvl3pPr indent="-336550" lvl="2" marL="1371600" algn="ctr">
              <a:spcBef>
                <a:spcPts val="0"/>
              </a:spcBef>
              <a:spcAft>
                <a:spcPts val="0"/>
              </a:spcAft>
              <a:buSzPts val="1700"/>
              <a:buChar char="■"/>
              <a:defRPr/>
            </a:lvl3pPr>
            <a:lvl4pPr indent="-336550" lvl="3" marL="1828800" algn="ctr">
              <a:spcBef>
                <a:spcPts val="0"/>
              </a:spcBef>
              <a:spcAft>
                <a:spcPts val="0"/>
              </a:spcAft>
              <a:buSzPts val="1700"/>
              <a:buChar char="●"/>
              <a:defRPr/>
            </a:lvl4pPr>
            <a:lvl5pPr indent="-336550" lvl="4" marL="2286000" algn="ctr">
              <a:spcBef>
                <a:spcPts val="0"/>
              </a:spcBef>
              <a:spcAft>
                <a:spcPts val="0"/>
              </a:spcAft>
              <a:buSzPts val="1700"/>
              <a:buChar char="○"/>
              <a:defRPr/>
            </a:lvl5pPr>
            <a:lvl6pPr indent="-336550" lvl="5" marL="2743200" algn="ctr">
              <a:spcBef>
                <a:spcPts val="0"/>
              </a:spcBef>
              <a:spcAft>
                <a:spcPts val="0"/>
              </a:spcAft>
              <a:buSzPts val="1700"/>
              <a:buChar char="■"/>
              <a:defRPr/>
            </a:lvl6pPr>
            <a:lvl7pPr indent="-336550" lvl="6" marL="3200400" algn="ctr">
              <a:spcBef>
                <a:spcPts val="0"/>
              </a:spcBef>
              <a:spcAft>
                <a:spcPts val="0"/>
              </a:spcAft>
              <a:buSzPts val="1700"/>
              <a:buChar char="●"/>
              <a:defRPr/>
            </a:lvl7pPr>
            <a:lvl8pPr indent="-336550" lvl="7" marL="3657600" algn="ctr">
              <a:spcBef>
                <a:spcPts val="0"/>
              </a:spcBef>
              <a:spcAft>
                <a:spcPts val="0"/>
              </a:spcAft>
              <a:buSzPts val="1700"/>
              <a:buChar char="○"/>
              <a:defRPr/>
            </a:lvl8pPr>
            <a:lvl9pPr indent="-336550" lvl="8" marL="4114800" algn="ctr">
              <a:spcBef>
                <a:spcPts val="0"/>
              </a:spcBef>
              <a:spcAft>
                <a:spcPts val="0"/>
              </a:spcAft>
              <a:buSzPts val="1700"/>
              <a:buChar char="■"/>
              <a:defRPr/>
            </a:lvl9pPr>
          </a:lstStyle>
          <a:p/>
        </p:txBody>
      </p:sp>
      <p:sp>
        <p:nvSpPr>
          <p:cNvPr id="99" name="Google Shape;99;p23"/>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0" name="Shape 100"/>
        <p:cNvGrpSpPr/>
        <p:nvPr/>
      </p:nvGrpSpPr>
      <p:grpSpPr>
        <a:xfrm>
          <a:off x="0" y="0"/>
          <a:ext cx="0" cy="0"/>
          <a:chOff x="0" y="0"/>
          <a:chExt cx="0" cy="0"/>
        </a:xfrm>
      </p:grpSpPr>
      <p:sp>
        <p:nvSpPr>
          <p:cNvPr id="101" name="Google Shape;101;p24"/>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102" name="Shape 102"/>
        <p:cNvGrpSpPr/>
        <p:nvPr/>
      </p:nvGrpSpPr>
      <p:grpSpPr>
        <a:xfrm>
          <a:off x="0" y="0"/>
          <a:ext cx="0" cy="0"/>
          <a:chOff x="0" y="0"/>
          <a:chExt cx="0" cy="0"/>
        </a:xfrm>
      </p:grpSpPr>
      <p:sp>
        <p:nvSpPr>
          <p:cNvPr id="103" name="Google Shape;103;p25"/>
          <p:cNvSpPr txBox="1"/>
          <p:nvPr>
            <p:ph type="title"/>
          </p:nvPr>
        </p:nvSpPr>
        <p:spPr>
          <a:xfrm>
            <a:off x="677325" y="1832775"/>
            <a:ext cx="3217200" cy="1484100"/>
          </a:xfrm>
          <a:prstGeom prst="rect">
            <a:avLst/>
          </a:prstGeom>
        </p:spPr>
        <p:txBody>
          <a:bodyPr anchorCtr="0" anchor="ctr" bIns="91425" lIns="91425" spcFirstLastPara="1" rIns="91425" wrap="square" tIns="91425">
            <a:spAutoFit/>
          </a:bodyPr>
          <a:lstStyle>
            <a:lvl1pPr lvl="0">
              <a:spcBef>
                <a:spcPts val="0"/>
              </a:spcBef>
              <a:spcAft>
                <a:spcPts val="0"/>
              </a:spcAft>
              <a:buSzPts val="4200"/>
              <a:buNone/>
              <a:defRPr sz="4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4" name="Google Shape;104;p25"/>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25"/>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06" name="Google Shape;106;p25"/>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07" name="Google Shape;107;p25"/>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08" name="Google Shape;108;p25"/>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09" name="Google Shape;109;p25"/>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10" name="Google Shape;110;p25"/>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111" name="Shape 111"/>
        <p:cNvGrpSpPr/>
        <p:nvPr/>
      </p:nvGrpSpPr>
      <p:grpSpPr>
        <a:xfrm>
          <a:off x="0" y="0"/>
          <a:ext cx="0" cy="0"/>
          <a:chOff x="0" y="0"/>
          <a:chExt cx="0" cy="0"/>
        </a:xfrm>
      </p:grpSpPr>
      <p:sp>
        <p:nvSpPr>
          <p:cNvPr id="112" name="Google Shape;112;p26"/>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3" name="Google Shape;113;p26"/>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14" name="Google Shape;114;p26"/>
          <p:cNvSpPr/>
          <p:nvPr>
            <p:ph idx="2" type="pic"/>
          </p:nvPr>
        </p:nvSpPr>
        <p:spPr>
          <a:xfrm>
            <a:off x="4992024" y="1152775"/>
            <a:ext cx="3840300" cy="3416400"/>
          </a:xfrm>
          <a:prstGeom prst="rect">
            <a:avLst/>
          </a:prstGeom>
          <a:noFill/>
          <a:ln>
            <a:noFill/>
          </a:ln>
        </p:spPr>
      </p:sp>
      <p:sp>
        <p:nvSpPr>
          <p:cNvPr id="115" name="Google Shape;115;p26"/>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
    <p:spTree>
      <p:nvGrpSpPr>
        <p:cNvPr id="116" name="Shape 116"/>
        <p:cNvGrpSpPr/>
        <p:nvPr/>
      </p:nvGrpSpPr>
      <p:grpSpPr>
        <a:xfrm>
          <a:off x="0" y="0"/>
          <a:ext cx="0" cy="0"/>
          <a:chOff x="0" y="0"/>
          <a:chExt cx="0" cy="0"/>
        </a:xfrm>
      </p:grpSpPr>
      <p:sp>
        <p:nvSpPr>
          <p:cNvPr id="117" name="Google Shape;117;p27"/>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18" name="Google Shape;118;p27"/>
          <p:cNvSpPr txBox="1"/>
          <p:nvPr>
            <p:ph type="title"/>
          </p:nvPr>
        </p:nvSpPr>
        <p:spPr>
          <a:xfrm>
            <a:off x="483175"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19" name="Google Shape;119;p27"/>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20" name="Google Shape;120;p27"/>
          <p:cNvSpPr txBox="1"/>
          <p:nvPr>
            <p:ph idx="2" type="body"/>
          </p:nvPr>
        </p:nvSpPr>
        <p:spPr>
          <a:xfrm>
            <a:off x="5048000" y="2237788"/>
            <a:ext cx="3619800" cy="23736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21" name="Google Shape;121;p27"/>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22" name="Google Shape;122;p27"/>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123" name="Shape 123"/>
        <p:cNvGrpSpPr/>
        <p:nvPr/>
      </p:nvGrpSpPr>
      <p:grpSpPr>
        <a:xfrm>
          <a:off x="0" y="0"/>
          <a:ext cx="0" cy="0"/>
          <a:chOff x="0" y="0"/>
          <a:chExt cx="0" cy="0"/>
        </a:xfrm>
      </p:grpSpPr>
      <p:sp>
        <p:nvSpPr>
          <p:cNvPr id="124" name="Google Shape;124;p28"/>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25" name="Google Shape;125;p28"/>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26" name="Google Shape;126;p28"/>
          <p:cNvSpPr txBox="1"/>
          <p:nvPr>
            <p:ph idx="2" type="body"/>
          </p:nvPr>
        </p:nvSpPr>
        <p:spPr>
          <a:xfrm>
            <a:off x="3347725" y="2417500"/>
            <a:ext cx="2455500" cy="23736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27" name="Google Shape;127;p28"/>
          <p:cNvSpPr txBox="1"/>
          <p:nvPr>
            <p:ph idx="3" type="body"/>
          </p:nvPr>
        </p:nvSpPr>
        <p:spPr>
          <a:xfrm>
            <a:off x="6212275" y="2417500"/>
            <a:ext cx="2455500" cy="23736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28" name="Google Shape;128;p28"/>
          <p:cNvSpPr txBox="1"/>
          <p:nvPr>
            <p:ph type="title"/>
          </p:nvPr>
        </p:nvSpPr>
        <p:spPr>
          <a:xfrm>
            <a:off x="483175"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29" name="Google Shape;129;p28"/>
          <p:cNvSpPr txBox="1"/>
          <p:nvPr>
            <p:ph idx="4"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30" name="Google Shape;130;p28"/>
          <p:cNvSpPr txBox="1"/>
          <p:nvPr>
            <p:ph idx="5"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31" name="Google Shape;131;p28"/>
          <p:cNvSpPr txBox="1"/>
          <p:nvPr>
            <p:ph idx="6"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132" name="Shape 132"/>
        <p:cNvGrpSpPr/>
        <p:nvPr/>
      </p:nvGrpSpPr>
      <p:grpSpPr>
        <a:xfrm>
          <a:off x="0" y="0"/>
          <a:ext cx="0" cy="0"/>
          <a:chOff x="0" y="0"/>
          <a:chExt cx="0" cy="0"/>
        </a:xfrm>
      </p:grpSpPr>
      <p:sp>
        <p:nvSpPr>
          <p:cNvPr id="133" name="Google Shape;133;p29"/>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9"/>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35" name="Google Shape;135;p29"/>
          <p:cNvSpPr txBox="1"/>
          <p:nvPr>
            <p:ph idx="2" type="body"/>
          </p:nvPr>
        </p:nvSpPr>
        <p:spPr>
          <a:xfrm>
            <a:off x="4938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36" name="Google Shape;136;p29"/>
          <p:cNvSpPr txBox="1"/>
          <p:nvPr>
            <p:ph idx="3" type="body"/>
          </p:nvPr>
        </p:nvSpPr>
        <p:spPr>
          <a:xfrm>
            <a:off x="366750" y="3648575"/>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37" name="Google Shape;137;p29"/>
          <p:cNvSpPr txBox="1"/>
          <p:nvPr>
            <p:ph idx="4" type="body"/>
          </p:nvPr>
        </p:nvSpPr>
        <p:spPr>
          <a:xfrm>
            <a:off x="4938750" y="3648575"/>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138" name="Google Shape;138;p29"/>
          <p:cNvSpPr txBox="1"/>
          <p:nvPr>
            <p:ph type="title"/>
          </p:nvPr>
        </p:nvSpPr>
        <p:spPr>
          <a:xfrm>
            <a:off x="366750" y="450025"/>
            <a:ext cx="8184600" cy="758100"/>
          </a:xfrm>
          <a:prstGeom prst="rect">
            <a:avLst/>
          </a:prstGeom>
        </p:spPr>
        <p:txBody>
          <a:bodyPr anchorCtr="0" anchor="ctr" bIns="91425" lIns="91425" spcFirstLastPara="1" rIns="91425" wrap="square" tIns="91425">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39" name="Google Shape;139;p29"/>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40" name="Google Shape;140;p29"/>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41" name="Google Shape;141;p29"/>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142" name="Google Shape;142;p29"/>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143" name="Shape 143"/>
        <p:cNvGrpSpPr/>
        <p:nvPr/>
      </p:nvGrpSpPr>
      <p:grpSpPr>
        <a:xfrm>
          <a:off x="0" y="0"/>
          <a:ext cx="0" cy="0"/>
          <a:chOff x="0" y="0"/>
          <a:chExt cx="0" cy="0"/>
        </a:xfrm>
      </p:grpSpPr>
      <p:sp>
        <p:nvSpPr>
          <p:cNvPr id="144" name="Google Shape;144;p30"/>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45" name="Google Shape;145;p30"/>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46" name="Google Shape;146;p30"/>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147" name="Shape 147"/>
        <p:cNvGrpSpPr/>
        <p:nvPr/>
      </p:nvGrpSpPr>
      <p:grpSpPr>
        <a:xfrm>
          <a:off x="0" y="0"/>
          <a:ext cx="0" cy="0"/>
          <a:chOff x="0" y="0"/>
          <a:chExt cx="0" cy="0"/>
        </a:xfrm>
      </p:grpSpPr>
      <p:sp>
        <p:nvSpPr>
          <p:cNvPr id="148" name="Google Shape;148;p31"/>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49" name="Google Shape;149;p31"/>
          <p:cNvSpPr/>
          <p:nvPr>
            <p:ph idx="2" type="pic"/>
          </p:nvPr>
        </p:nvSpPr>
        <p:spPr>
          <a:xfrm>
            <a:off x="4804825" y="1133300"/>
            <a:ext cx="4027500" cy="2392800"/>
          </a:xfrm>
          <a:prstGeom prst="rect">
            <a:avLst/>
          </a:prstGeom>
          <a:noFill/>
          <a:ln>
            <a:noFill/>
          </a:ln>
        </p:spPr>
      </p:sp>
      <p:sp>
        <p:nvSpPr>
          <p:cNvPr id="150" name="Google Shape;150;p31"/>
          <p:cNvSpPr/>
          <p:nvPr>
            <p:ph idx="3" type="pic"/>
          </p:nvPr>
        </p:nvSpPr>
        <p:spPr>
          <a:xfrm>
            <a:off x="311725" y="1133300"/>
            <a:ext cx="4027500" cy="2392800"/>
          </a:xfrm>
          <a:prstGeom prst="rect">
            <a:avLst/>
          </a:prstGeom>
          <a:noFill/>
          <a:ln>
            <a:noFill/>
          </a:ln>
        </p:spPr>
      </p:sp>
      <p:sp>
        <p:nvSpPr>
          <p:cNvPr id="151" name="Google Shape;151;p31"/>
          <p:cNvSpPr txBox="1"/>
          <p:nvPr>
            <p:ph idx="4" type="body"/>
          </p:nvPr>
        </p:nvSpPr>
        <p:spPr>
          <a:xfrm>
            <a:off x="4804825"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2" name="Google Shape;152;p31"/>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53" name="Google Shape;153;p31"/>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54" name="Google Shape;154;p31"/>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5" name="Google Shape;155;p31"/>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156" name="Shape 156"/>
        <p:cNvGrpSpPr/>
        <p:nvPr/>
      </p:nvGrpSpPr>
      <p:grpSpPr>
        <a:xfrm>
          <a:off x="0" y="0"/>
          <a:ext cx="0" cy="0"/>
          <a:chOff x="0" y="0"/>
          <a:chExt cx="0" cy="0"/>
        </a:xfrm>
      </p:grpSpPr>
      <p:sp>
        <p:nvSpPr>
          <p:cNvPr id="157" name="Google Shape;157;p32"/>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8" name="Google Shape;158;p32"/>
          <p:cNvSpPr/>
          <p:nvPr>
            <p:ph idx="2" type="pic"/>
          </p:nvPr>
        </p:nvSpPr>
        <p:spPr>
          <a:xfrm>
            <a:off x="6205225" y="1128325"/>
            <a:ext cx="2627100" cy="2273100"/>
          </a:xfrm>
          <a:prstGeom prst="rect">
            <a:avLst/>
          </a:prstGeom>
          <a:noFill/>
          <a:ln>
            <a:noFill/>
          </a:ln>
        </p:spPr>
      </p:sp>
      <p:sp>
        <p:nvSpPr>
          <p:cNvPr id="159" name="Google Shape;159;p32"/>
          <p:cNvSpPr/>
          <p:nvPr>
            <p:ph idx="3" type="pic"/>
          </p:nvPr>
        </p:nvSpPr>
        <p:spPr>
          <a:xfrm>
            <a:off x="311725" y="1128325"/>
            <a:ext cx="2627100" cy="2273100"/>
          </a:xfrm>
          <a:prstGeom prst="rect">
            <a:avLst/>
          </a:prstGeom>
          <a:noFill/>
          <a:ln>
            <a:noFill/>
          </a:ln>
        </p:spPr>
      </p:sp>
      <p:sp>
        <p:nvSpPr>
          <p:cNvPr id="160" name="Google Shape;160;p32"/>
          <p:cNvSpPr txBox="1"/>
          <p:nvPr>
            <p:ph idx="4" type="body"/>
          </p:nvPr>
        </p:nvSpPr>
        <p:spPr>
          <a:xfrm>
            <a:off x="6205225"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61" name="Google Shape;161;p32"/>
          <p:cNvSpPr/>
          <p:nvPr>
            <p:ph idx="5" type="pic"/>
          </p:nvPr>
        </p:nvSpPr>
        <p:spPr>
          <a:xfrm>
            <a:off x="3255250" y="1128325"/>
            <a:ext cx="2627100" cy="2273100"/>
          </a:xfrm>
          <a:prstGeom prst="rect">
            <a:avLst/>
          </a:prstGeom>
          <a:noFill/>
          <a:ln>
            <a:noFill/>
          </a:ln>
        </p:spPr>
      </p:sp>
      <p:sp>
        <p:nvSpPr>
          <p:cNvPr id="162" name="Google Shape;162;p32"/>
          <p:cNvSpPr txBox="1"/>
          <p:nvPr>
            <p:ph idx="6" type="body"/>
          </p:nvPr>
        </p:nvSpPr>
        <p:spPr>
          <a:xfrm>
            <a:off x="325525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63" name="Google Shape;163;p32"/>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32"/>
          <p:cNvSpPr txBox="1"/>
          <p:nvPr>
            <p:ph type="title"/>
          </p:nvPr>
        </p:nvSpPr>
        <p:spPr>
          <a:xfrm>
            <a:off x="311700" y="445025"/>
            <a:ext cx="8520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5" name="Google Shape;165;p32"/>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66" name="Google Shape;166;p32"/>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67" name="Google Shape;167;p32"/>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168" name="Shape 168"/>
        <p:cNvGrpSpPr/>
        <p:nvPr/>
      </p:nvGrpSpPr>
      <p:grpSpPr>
        <a:xfrm>
          <a:off x="0" y="0"/>
          <a:ext cx="0" cy="0"/>
          <a:chOff x="0" y="0"/>
          <a:chExt cx="0" cy="0"/>
        </a:xfrm>
      </p:grpSpPr>
      <p:sp>
        <p:nvSpPr>
          <p:cNvPr id="169" name="Google Shape;169;p33"/>
          <p:cNvSpPr/>
          <p:nvPr>
            <p:ph idx="2" type="pic"/>
          </p:nvPr>
        </p:nvSpPr>
        <p:spPr>
          <a:xfrm>
            <a:off x="311700" y="445025"/>
            <a:ext cx="8520600" cy="4218300"/>
          </a:xfrm>
          <a:prstGeom prst="rect">
            <a:avLst/>
          </a:prstGeom>
          <a:noFill/>
          <a:ln>
            <a:noFill/>
          </a:ln>
        </p:spPr>
      </p:sp>
      <p:sp>
        <p:nvSpPr>
          <p:cNvPr id="170" name="Google Shape;170;p33"/>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171" name="Shape 171"/>
        <p:cNvGrpSpPr/>
        <p:nvPr/>
      </p:nvGrpSpPr>
      <p:grpSpPr>
        <a:xfrm>
          <a:off x="0" y="0"/>
          <a:ext cx="0" cy="0"/>
          <a:chOff x="0" y="0"/>
          <a:chExt cx="0" cy="0"/>
        </a:xfrm>
      </p:grpSpPr>
      <p:sp>
        <p:nvSpPr>
          <p:cNvPr id="172" name="Google Shape;172;p34"/>
          <p:cNvSpPr txBox="1"/>
          <p:nvPr>
            <p:ph idx="12" type="sldNum"/>
          </p:nvPr>
        </p:nvSpPr>
        <p:spPr>
          <a:xfrm>
            <a:off x="8472458" y="4663217"/>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73" name="Google Shape;173;p34"/>
          <p:cNvSpPr/>
          <p:nvPr>
            <p:ph idx="2" type="pic"/>
          </p:nvPr>
        </p:nvSpPr>
        <p:spPr>
          <a:xfrm>
            <a:off x="3389600" y="118913"/>
            <a:ext cx="1643700" cy="1535100"/>
          </a:xfrm>
          <a:prstGeom prst="rect">
            <a:avLst/>
          </a:prstGeom>
          <a:noFill/>
          <a:ln>
            <a:noFill/>
          </a:ln>
        </p:spPr>
      </p:sp>
      <p:sp>
        <p:nvSpPr>
          <p:cNvPr id="174" name="Google Shape;174;p34"/>
          <p:cNvSpPr/>
          <p:nvPr>
            <p:ph idx="3" type="pic"/>
          </p:nvPr>
        </p:nvSpPr>
        <p:spPr>
          <a:xfrm>
            <a:off x="5195935" y="118913"/>
            <a:ext cx="1643700" cy="1535100"/>
          </a:xfrm>
          <a:prstGeom prst="rect">
            <a:avLst/>
          </a:prstGeom>
          <a:noFill/>
          <a:ln>
            <a:noFill/>
          </a:ln>
        </p:spPr>
      </p:sp>
      <p:sp>
        <p:nvSpPr>
          <p:cNvPr id="175" name="Google Shape;175;p34"/>
          <p:cNvSpPr/>
          <p:nvPr>
            <p:ph idx="4" type="pic"/>
          </p:nvPr>
        </p:nvSpPr>
        <p:spPr>
          <a:xfrm>
            <a:off x="7002270" y="118913"/>
            <a:ext cx="1643700" cy="1535100"/>
          </a:xfrm>
          <a:prstGeom prst="rect">
            <a:avLst/>
          </a:prstGeom>
          <a:noFill/>
          <a:ln>
            <a:noFill/>
          </a:ln>
        </p:spPr>
      </p:sp>
      <p:sp>
        <p:nvSpPr>
          <p:cNvPr id="176" name="Google Shape;176;p34"/>
          <p:cNvSpPr/>
          <p:nvPr>
            <p:ph idx="5" type="pic"/>
          </p:nvPr>
        </p:nvSpPr>
        <p:spPr>
          <a:xfrm>
            <a:off x="3389588" y="1804212"/>
            <a:ext cx="1643700" cy="1535100"/>
          </a:xfrm>
          <a:prstGeom prst="rect">
            <a:avLst/>
          </a:prstGeom>
          <a:noFill/>
          <a:ln>
            <a:noFill/>
          </a:ln>
        </p:spPr>
      </p:sp>
      <p:sp>
        <p:nvSpPr>
          <p:cNvPr id="177" name="Google Shape;177;p34"/>
          <p:cNvSpPr/>
          <p:nvPr>
            <p:ph idx="6" type="pic"/>
          </p:nvPr>
        </p:nvSpPr>
        <p:spPr>
          <a:xfrm>
            <a:off x="5195922" y="1804212"/>
            <a:ext cx="1643700" cy="1535100"/>
          </a:xfrm>
          <a:prstGeom prst="rect">
            <a:avLst/>
          </a:prstGeom>
          <a:noFill/>
          <a:ln>
            <a:noFill/>
          </a:ln>
        </p:spPr>
      </p:sp>
      <p:sp>
        <p:nvSpPr>
          <p:cNvPr id="178" name="Google Shape;178;p34"/>
          <p:cNvSpPr/>
          <p:nvPr>
            <p:ph idx="7" type="pic"/>
          </p:nvPr>
        </p:nvSpPr>
        <p:spPr>
          <a:xfrm>
            <a:off x="7002257" y="1804212"/>
            <a:ext cx="1643700" cy="1535100"/>
          </a:xfrm>
          <a:prstGeom prst="rect">
            <a:avLst/>
          </a:prstGeom>
          <a:noFill/>
          <a:ln>
            <a:noFill/>
          </a:ln>
        </p:spPr>
      </p:sp>
      <p:sp>
        <p:nvSpPr>
          <p:cNvPr id="179" name="Google Shape;179;p34"/>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0" name="Google Shape;180;p34"/>
          <p:cNvSpPr/>
          <p:nvPr>
            <p:ph idx="8" type="pic"/>
          </p:nvPr>
        </p:nvSpPr>
        <p:spPr>
          <a:xfrm>
            <a:off x="3389588" y="3489487"/>
            <a:ext cx="1643700" cy="1535100"/>
          </a:xfrm>
          <a:prstGeom prst="rect">
            <a:avLst/>
          </a:prstGeom>
          <a:noFill/>
          <a:ln>
            <a:noFill/>
          </a:ln>
        </p:spPr>
      </p:sp>
      <p:sp>
        <p:nvSpPr>
          <p:cNvPr id="181" name="Google Shape;181;p34"/>
          <p:cNvSpPr/>
          <p:nvPr>
            <p:ph idx="9" type="pic"/>
          </p:nvPr>
        </p:nvSpPr>
        <p:spPr>
          <a:xfrm>
            <a:off x="5195922" y="3489487"/>
            <a:ext cx="1643700" cy="1535100"/>
          </a:xfrm>
          <a:prstGeom prst="rect">
            <a:avLst/>
          </a:prstGeom>
          <a:noFill/>
          <a:ln>
            <a:noFill/>
          </a:ln>
        </p:spPr>
      </p:sp>
      <p:sp>
        <p:nvSpPr>
          <p:cNvPr id="182" name="Google Shape;182;p34"/>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type="secHead">
  <p:cSld name="SECTION_HEADER">
    <p:bg>
      <p:bgPr>
        <a:solidFill>
          <a:schemeClr val="lt1"/>
        </a:solidFill>
      </p:bgPr>
    </p:bg>
    <p:spTree>
      <p:nvGrpSpPr>
        <p:cNvPr id="183" name="Shape 183"/>
        <p:cNvGrpSpPr/>
        <p:nvPr/>
      </p:nvGrpSpPr>
      <p:grpSpPr>
        <a:xfrm>
          <a:off x="0" y="0"/>
          <a:ext cx="0" cy="0"/>
          <a:chOff x="0" y="0"/>
          <a:chExt cx="0" cy="0"/>
        </a:xfrm>
      </p:grpSpPr>
      <p:grpSp>
        <p:nvGrpSpPr>
          <p:cNvPr id="184" name="Google Shape;184;p35"/>
          <p:cNvGrpSpPr/>
          <p:nvPr/>
        </p:nvGrpSpPr>
        <p:grpSpPr>
          <a:xfrm>
            <a:off x="75" y="256675"/>
            <a:ext cx="3798141" cy="1190474"/>
            <a:chOff x="75" y="256675"/>
            <a:chExt cx="3798141" cy="1190474"/>
          </a:xfrm>
        </p:grpSpPr>
        <p:sp>
          <p:nvSpPr>
            <p:cNvPr id="185" name="Google Shape;185;p35"/>
            <p:cNvSpPr/>
            <p:nvPr/>
          </p:nvSpPr>
          <p:spPr>
            <a:xfrm flipH="1" rot="10800000">
              <a:off x="75" y="256675"/>
              <a:ext cx="3798000" cy="1190400"/>
            </a:xfrm>
            <a:prstGeom prst="snip1Rect">
              <a:avLst>
                <a:gd fmla="val 35102"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a:ea typeface="Inter Tight"/>
                <a:cs typeface="Inter Tight"/>
                <a:sym typeface="Inter Tight"/>
              </a:endParaRPr>
            </a:p>
          </p:txBody>
        </p:sp>
        <p:sp>
          <p:nvSpPr>
            <p:cNvPr id="186" name="Google Shape;186;p35"/>
            <p:cNvSpPr/>
            <p:nvPr/>
          </p:nvSpPr>
          <p:spPr>
            <a:xfrm flipH="1" rot="-10795068">
              <a:off x="3380016" y="1028349"/>
              <a:ext cx="418200" cy="4185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187" name="Google Shape;187;p35"/>
          <p:cNvSpPr txBox="1"/>
          <p:nvPr>
            <p:ph type="title"/>
          </p:nvPr>
        </p:nvSpPr>
        <p:spPr>
          <a:xfrm>
            <a:off x="333925" y="544250"/>
            <a:ext cx="3039900" cy="721200"/>
          </a:xfrm>
          <a:prstGeom prst="rect">
            <a:avLst/>
          </a:prstGeom>
        </p:spPr>
        <p:txBody>
          <a:bodyPr anchorCtr="0" anchor="t" bIns="91425" lIns="91425" spcFirstLastPara="1" rIns="91425" wrap="square" tIns="91425">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88" name="Google Shape;188;p35"/>
          <p:cNvSpPr txBox="1"/>
          <p:nvPr>
            <p:ph idx="1" type="subTitle"/>
          </p:nvPr>
        </p:nvSpPr>
        <p:spPr>
          <a:xfrm>
            <a:off x="1149126" y="2348550"/>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89" name="Google Shape;189;p35"/>
          <p:cNvSpPr txBox="1"/>
          <p:nvPr>
            <p:ph idx="2" type="subTitle"/>
          </p:nvPr>
        </p:nvSpPr>
        <p:spPr>
          <a:xfrm>
            <a:off x="1149126" y="2802869"/>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0" name="Google Shape;190;p35"/>
          <p:cNvSpPr txBox="1"/>
          <p:nvPr>
            <p:ph idx="3" type="subTitle"/>
          </p:nvPr>
        </p:nvSpPr>
        <p:spPr>
          <a:xfrm>
            <a:off x="1149126" y="3257187"/>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1" name="Google Shape;191;p35"/>
          <p:cNvSpPr txBox="1"/>
          <p:nvPr>
            <p:ph idx="4" type="subTitle"/>
          </p:nvPr>
        </p:nvSpPr>
        <p:spPr>
          <a:xfrm>
            <a:off x="1149126" y="3711506"/>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2" name="Google Shape;192;p35"/>
          <p:cNvSpPr txBox="1"/>
          <p:nvPr>
            <p:ph idx="5" type="subTitle"/>
          </p:nvPr>
        </p:nvSpPr>
        <p:spPr>
          <a:xfrm>
            <a:off x="1149126" y="4165824"/>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3" name="Google Shape;193;p35"/>
          <p:cNvSpPr txBox="1"/>
          <p:nvPr>
            <p:ph idx="6" type="subTitle"/>
          </p:nvPr>
        </p:nvSpPr>
        <p:spPr>
          <a:xfrm>
            <a:off x="5327851" y="2348550"/>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4" name="Google Shape;194;p35"/>
          <p:cNvSpPr txBox="1"/>
          <p:nvPr>
            <p:ph idx="7" type="subTitle"/>
          </p:nvPr>
        </p:nvSpPr>
        <p:spPr>
          <a:xfrm>
            <a:off x="5327851" y="2802869"/>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5" name="Google Shape;195;p35"/>
          <p:cNvSpPr txBox="1"/>
          <p:nvPr>
            <p:ph idx="8" type="subTitle"/>
          </p:nvPr>
        </p:nvSpPr>
        <p:spPr>
          <a:xfrm>
            <a:off x="5327851" y="3257187"/>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6" name="Google Shape;196;p35"/>
          <p:cNvSpPr txBox="1"/>
          <p:nvPr>
            <p:ph idx="9" type="subTitle"/>
          </p:nvPr>
        </p:nvSpPr>
        <p:spPr>
          <a:xfrm>
            <a:off x="5327851" y="3711506"/>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
        <p:nvSpPr>
          <p:cNvPr id="197" name="Google Shape;197;p35"/>
          <p:cNvSpPr txBox="1"/>
          <p:nvPr>
            <p:ph idx="13" type="subTitle"/>
          </p:nvPr>
        </p:nvSpPr>
        <p:spPr>
          <a:xfrm>
            <a:off x="5327851" y="4165824"/>
            <a:ext cx="3234300" cy="433200"/>
          </a:xfrm>
          <a:prstGeom prst="rect">
            <a:avLst/>
          </a:prstGeom>
        </p:spPr>
        <p:txBody>
          <a:bodyPr anchorCtr="0" anchor="t" bIns="91425" lIns="91425" spcFirstLastPara="1" rIns="91425" wrap="square" tIns="91425">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dy and images" type="tx">
  <p:cSld name="TITLE_AND_BODY">
    <p:bg>
      <p:bgPr>
        <a:solidFill>
          <a:schemeClr val="lt1"/>
        </a:solidFill>
      </p:bgPr>
    </p:bg>
    <p:spTree>
      <p:nvGrpSpPr>
        <p:cNvPr id="198" name="Shape 198"/>
        <p:cNvGrpSpPr/>
        <p:nvPr/>
      </p:nvGrpSpPr>
      <p:grpSpPr>
        <a:xfrm>
          <a:off x="0" y="0"/>
          <a:ext cx="0" cy="0"/>
          <a:chOff x="0" y="0"/>
          <a:chExt cx="0" cy="0"/>
        </a:xfrm>
      </p:grpSpPr>
      <p:sp>
        <p:nvSpPr>
          <p:cNvPr id="199" name="Google Shape;199;p36"/>
          <p:cNvSpPr/>
          <p:nvPr>
            <p:ph idx="2" type="pic"/>
          </p:nvPr>
        </p:nvSpPr>
        <p:spPr>
          <a:xfrm rot="299990">
            <a:off x="716131" y="2331244"/>
            <a:ext cx="3686628" cy="2455534"/>
          </a:xfrm>
          <a:prstGeom prst="snip1Rect">
            <a:avLst>
              <a:gd fmla="val 16667" name="adj"/>
            </a:avLst>
          </a:prstGeom>
          <a:noFill/>
          <a:ln>
            <a:noFill/>
          </a:ln>
        </p:spPr>
      </p:sp>
      <p:sp>
        <p:nvSpPr>
          <p:cNvPr id="200" name="Google Shape;200;p36"/>
          <p:cNvSpPr/>
          <p:nvPr>
            <p:ph idx="3" type="pic"/>
          </p:nvPr>
        </p:nvSpPr>
        <p:spPr>
          <a:xfrm rot="-300269">
            <a:off x="4741294" y="2331368"/>
            <a:ext cx="3686654" cy="2455534"/>
          </a:xfrm>
          <a:prstGeom prst="snip1Rect">
            <a:avLst>
              <a:gd fmla="val 16667" name="adj"/>
            </a:avLst>
          </a:prstGeom>
          <a:noFill/>
          <a:ln>
            <a:noFill/>
          </a:ln>
        </p:spPr>
      </p:sp>
      <p:sp>
        <p:nvSpPr>
          <p:cNvPr id="201" name="Google Shape;201;p36"/>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02" name="Google Shape;202;p36"/>
          <p:cNvSpPr txBox="1"/>
          <p:nvPr>
            <p:ph idx="1" type="body"/>
          </p:nvPr>
        </p:nvSpPr>
        <p:spPr>
          <a:xfrm>
            <a:off x="333925" y="1163150"/>
            <a:ext cx="8475600" cy="7080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203" name="Google Shape;203;p36"/>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indent="0" lvl="0" marL="0" rtl="0" algn="r">
              <a:spcBef>
                <a:spcPts val="0"/>
              </a:spcBef>
              <a:spcAft>
                <a:spcPts val="0"/>
              </a:spcAft>
              <a:buNone/>
            </a:pPr>
            <a:fld id="{00000000-1234-1234-1234-123412341234}" type="slidenum">
              <a:rPr lang="en"/>
              <a:t>‹#›</a:t>
            </a:fld>
            <a:endParaRPr/>
          </a:p>
        </p:txBody>
      </p:sp>
      <p:sp>
        <p:nvSpPr>
          <p:cNvPr id="204" name="Google Shape;204;p36"/>
          <p:cNvSpPr txBox="1"/>
          <p:nvPr>
            <p:ph idx="4"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05" name="Google Shape;205;p36"/>
          <p:cNvSpPr txBox="1"/>
          <p:nvPr>
            <p:ph idx="5"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ITLE_AND_BODY_1">
    <p:bg>
      <p:bgPr>
        <a:solidFill>
          <a:schemeClr val="lt1"/>
        </a:solidFill>
      </p:bgPr>
    </p:bg>
    <p:spTree>
      <p:nvGrpSpPr>
        <p:cNvPr id="206" name="Shape 206"/>
        <p:cNvGrpSpPr/>
        <p:nvPr/>
      </p:nvGrpSpPr>
      <p:grpSpPr>
        <a:xfrm>
          <a:off x="0" y="0"/>
          <a:ext cx="0" cy="0"/>
          <a:chOff x="0" y="0"/>
          <a:chExt cx="0" cy="0"/>
        </a:xfrm>
      </p:grpSpPr>
      <p:sp>
        <p:nvSpPr>
          <p:cNvPr id="207" name="Google Shape;207;p37"/>
          <p:cNvSpPr/>
          <p:nvPr>
            <p:ph idx="2" type="pic"/>
          </p:nvPr>
        </p:nvSpPr>
        <p:spPr>
          <a:xfrm rot="299990">
            <a:off x="716131" y="2331244"/>
            <a:ext cx="3686628" cy="2455534"/>
          </a:xfrm>
          <a:prstGeom prst="snip1Rect">
            <a:avLst>
              <a:gd fmla="val 16667" name="adj"/>
            </a:avLst>
          </a:prstGeom>
          <a:noFill/>
          <a:ln>
            <a:noFill/>
          </a:ln>
        </p:spPr>
      </p:sp>
      <p:sp>
        <p:nvSpPr>
          <p:cNvPr id="208" name="Google Shape;208;p37"/>
          <p:cNvSpPr/>
          <p:nvPr>
            <p:ph idx="3" type="pic"/>
          </p:nvPr>
        </p:nvSpPr>
        <p:spPr>
          <a:xfrm rot="-300269">
            <a:off x="4741294" y="2331368"/>
            <a:ext cx="3686654" cy="2455534"/>
          </a:xfrm>
          <a:prstGeom prst="snip1Rect">
            <a:avLst>
              <a:gd fmla="val 16667" name="adj"/>
            </a:avLst>
          </a:prstGeom>
          <a:noFill/>
          <a:ln>
            <a:noFill/>
          </a:ln>
        </p:spPr>
      </p:sp>
      <p:sp>
        <p:nvSpPr>
          <p:cNvPr id="209" name="Google Shape;209;p37"/>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10" name="Google Shape;210;p37"/>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indent="0" lvl="0" marL="0" rtl="0" algn="r">
              <a:spcBef>
                <a:spcPts val="0"/>
              </a:spcBef>
              <a:spcAft>
                <a:spcPts val="0"/>
              </a:spcAft>
              <a:buNone/>
            </a:pPr>
            <a:fld id="{00000000-1234-1234-1234-123412341234}" type="slidenum">
              <a:rPr lang="en"/>
              <a:t>‹#›</a:t>
            </a:fld>
            <a:endParaRPr/>
          </a:p>
        </p:txBody>
      </p:sp>
      <p:sp>
        <p:nvSpPr>
          <p:cNvPr id="211" name="Google Shape;211;p37"/>
          <p:cNvSpPr txBox="1"/>
          <p:nvPr>
            <p:ph idx="1" type="subTitle"/>
          </p:nvPr>
        </p:nvSpPr>
        <p:spPr>
          <a:xfrm>
            <a:off x="381082" y="1182925"/>
            <a:ext cx="41490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212" name="Google Shape;212;p37"/>
          <p:cNvSpPr txBox="1"/>
          <p:nvPr>
            <p:ph idx="4" type="body"/>
          </p:nvPr>
        </p:nvSpPr>
        <p:spPr>
          <a:xfrm>
            <a:off x="381082" y="1521627"/>
            <a:ext cx="41490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13" name="Google Shape;213;p37"/>
          <p:cNvSpPr txBox="1"/>
          <p:nvPr>
            <p:ph idx="5" type="subTitle"/>
          </p:nvPr>
        </p:nvSpPr>
        <p:spPr>
          <a:xfrm>
            <a:off x="4566932" y="1182925"/>
            <a:ext cx="41490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214" name="Google Shape;214;p37"/>
          <p:cNvSpPr txBox="1"/>
          <p:nvPr>
            <p:ph idx="6" type="body"/>
          </p:nvPr>
        </p:nvSpPr>
        <p:spPr>
          <a:xfrm>
            <a:off x="4566932" y="1521627"/>
            <a:ext cx="41490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15" name="Google Shape;215;p37"/>
          <p:cNvSpPr txBox="1"/>
          <p:nvPr>
            <p:ph idx="7"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16" name="Google Shape;216;p37"/>
          <p:cNvSpPr txBox="1"/>
          <p:nvPr>
            <p:ph idx="8"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type="twoColTx">
  <p:cSld name="TITLE_AND_TWO_COLUMNS">
    <p:bg>
      <p:bgPr>
        <a:solidFill>
          <a:schemeClr val="lt1"/>
        </a:solidFill>
      </p:bgPr>
    </p:bg>
    <p:spTree>
      <p:nvGrpSpPr>
        <p:cNvPr id="217" name="Shape 217"/>
        <p:cNvGrpSpPr/>
        <p:nvPr/>
      </p:nvGrpSpPr>
      <p:grpSpPr>
        <a:xfrm>
          <a:off x="0" y="0"/>
          <a:ext cx="0" cy="0"/>
          <a:chOff x="0" y="0"/>
          <a:chExt cx="0" cy="0"/>
        </a:xfrm>
      </p:grpSpPr>
      <p:grpSp>
        <p:nvGrpSpPr>
          <p:cNvPr id="218" name="Google Shape;218;p38"/>
          <p:cNvGrpSpPr/>
          <p:nvPr/>
        </p:nvGrpSpPr>
        <p:grpSpPr>
          <a:xfrm>
            <a:off x="0" y="-444900"/>
            <a:ext cx="9144000" cy="5588500"/>
            <a:chOff x="0" y="-444900"/>
            <a:chExt cx="9144000" cy="5588500"/>
          </a:xfrm>
        </p:grpSpPr>
        <p:grpSp>
          <p:nvGrpSpPr>
            <p:cNvPr id="219" name="Google Shape;219;p38"/>
            <p:cNvGrpSpPr/>
            <p:nvPr/>
          </p:nvGrpSpPr>
          <p:grpSpPr>
            <a:xfrm>
              <a:off x="0" y="100"/>
              <a:ext cx="9144000" cy="5143500"/>
              <a:chOff x="0" y="100"/>
              <a:chExt cx="9144000" cy="5143500"/>
            </a:xfrm>
          </p:grpSpPr>
          <p:sp>
            <p:nvSpPr>
              <p:cNvPr id="220" name="Google Shape;220;p38"/>
              <p:cNvSpPr/>
              <p:nvPr/>
            </p:nvSpPr>
            <p:spPr>
              <a:xfrm>
                <a:off x="0" y="100"/>
                <a:ext cx="9144000" cy="5143500"/>
              </a:xfrm>
              <a:prstGeom prst="snip1Rect">
                <a:avLst>
                  <a:gd fmla="val 40868" name="adj"/>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sp>
            <p:nvSpPr>
              <p:cNvPr id="221" name="Google Shape;221;p38"/>
              <p:cNvSpPr/>
              <p:nvPr/>
            </p:nvSpPr>
            <p:spPr>
              <a:xfrm rot="10800000">
                <a:off x="7036475" y="1219850"/>
                <a:ext cx="2107500" cy="18615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grpSp>
        <p:sp>
          <p:nvSpPr>
            <p:cNvPr id="222" name="Google Shape;222;p38"/>
            <p:cNvSpPr/>
            <p:nvPr/>
          </p:nvSpPr>
          <p:spPr>
            <a:xfrm flipH="1" rot="4500068">
              <a:off x="7230762" y="-248045"/>
              <a:ext cx="1723726" cy="1714991"/>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223" name="Google Shape;223;p38"/>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24" name="Google Shape;224;p38"/>
          <p:cNvSpPr txBox="1"/>
          <p:nvPr>
            <p:ph type="title"/>
          </p:nvPr>
        </p:nvSpPr>
        <p:spPr>
          <a:xfrm>
            <a:off x="2479675" y="1637413"/>
            <a:ext cx="4184700" cy="5727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25" name="Google Shape;225;p38"/>
          <p:cNvSpPr txBox="1"/>
          <p:nvPr>
            <p:ph idx="1" type="body"/>
          </p:nvPr>
        </p:nvSpPr>
        <p:spPr>
          <a:xfrm>
            <a:off x="2479675" y="2291377"/>
            <a:ext cx="4184700" cy="22881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Clr>
                <a:schemeClr val="lt1"/>
              </a:buClr>
              <a:buSzPts val="1700"/>
              <a:buChar char="●"/>
              <a:defRPr>
                <a:solidFill>
                  <a:schemeClr val="lt1"/>
                </a:solidFill>
              </a:defRPr>
            </a:lvl1pPr>
            <a:lvl2pPr indent="-336550" lvl="1" marL="914400">
              <a:spcBef>
                <a:spcPts val="0"/>
              </a:spcBef>
              <a:spcAft>
                <a:spcPts val="0"/>
              </a:spcAft>
              <a:buClr>
                <a:schemeClr val="lt1"/>
              </a:buClr>
              <a:buSzPts val="1700"/>
              <a:buChar char="○"/>
              <a:defRPr>
                <a:solidFill>
                  <a:schemeClr val="lt1"/>
                </a:solidFill>
              </a:defRPr>
            </a:lvl2pPr>
            <a:lvl3pPr indent="-336550" lvl="2" marL="1371600">
              <a:spcBef>
                <a:spcPts val="0"/>
              </a:spcBef>
              <a:spcAft>
                <a:spcPts val="0"/>
              </a:spcAft>
              <a:buClr>
                <a:schemeClr val="lt1"/>
              </a:buClr>
              <a:buSzPts val="1700"/>
              <a:buChar char="■"/>
              <a:defRPr>
                <a:solidFill>
                  <a:schemeClr val="lt1"/>
                </a:solidFill>
              </a:defRPr>
            </a:lvl3pPr>
            <a:lvl4pPr indent="-336550" lvl="3" marL="1828800">
              <a:spcBef>
                <a:spcPts val="0"/>
              </a:spcBef>
              <a:spcAft>
                <a:spcPts val="0"/>
              </a:spcAft>
              <a:buClr>
                <a:schemeClr val="lt1"/>
              </a:buClr>
              <a:buSzPts val="1700"/>
              <a:buChar char="●"/>
              <a:defRPr>
                <a:solidFill>
                  <a:schemeClr val="lt1"/>
                </a:solidFill>
              </a:defRPr>
            </a:lvl4pPr>
            <a:lvl5pPr indent="-336550" lvl="4" marL="2286000">
              <a:spcBef>
                <a:spcPts val="0"/>
              </a:spcBef>
              <a:spcAft>
                <a:spcPts val="0"/>
              </a:spcAft>
              <a:buClr>
                <a:schemeClr val="lt1"/>
              </a:buClr>
              <a:buSzPts val="1700"/>
              <a:buChar char="○"/>
              <a:defRPr>
                <a:solidFill>
                  <a:schemeClr val="lt1"/>
                </a:solidFill>
              </a:defRPr>
            </a:lvl5pPr>
            <a:lvl6pPr indent="-336550" lvl="5" marL="2743200">
              <a:spcBef>
                <a:spcPts val="0"/>
              </a:spcBef>
              <a:spcAft>
                <a:spcPts val="0"/>
              </a:spcAft>
              <a:buClr>
                <a:schemeClr val="lt1"/>
              </a:buClr>
              <a:buSzPts val="1700"/>
              <a:buChar char="■"/>
              <a:defRPr>
                <a:solidFill>
                  <a:schemeClr val="lt1"/>
                </a:solidFill>
              </a:defRPr>
            </a:lvl6pPr>
            <a:lvl7pPr indent="-336550" lvl="6" marL="3200400">
              <a:spcBef>
                <a:spcPts val="0"/>
              </a:spcBef>
              <a:spcAft>
                <a:spcPts val="0"/>
              </a:spcAft>
              <a:buClr>
                <a:schemeClr val="lt1"/>
              </a:buClr>
              <a:buSzPts val="1700"/>
              <a:buChar char="●"/>
              <a:defRPr>
                <a:solidFill>
                  <a:schemeClr val="lt1"/>
                </a:solidFill>
              </a:defRPr>
            </a:lvl7pPr>
            <a:lvl8pPr indent="-336550" lvl="7" marL="3657600">
              <a:spcBef>
                <a:spcPts val="0"/>
              </a:spcBef>
              <a:spcAft>
                <a:spcPts val="0"/>
              </a:spcAft>
              <a:buClr>
                <a:schemeClr val="lt1"/>
              </a:buClr>
              <a:buSzPts val="1700"/>
              <a:buChar char="○"/>
              <a:defRPr>
                <a:solidFill>
                  <a:schemeClr val="lt1"/>
                </a:solidFill>
              </a:defRPr>
            </a:lvl8pPr>
            <a:lvl9pPr indent="-336550" lvl="8" marL="4114800">
              <a:spcBef>
                <a:spcPts val="0"/>
              </a:spcBef>
              <a:spcAft>
                <a:spcPts val="0"/>
              </a:spcAft>
              <a:buClr>
                <a:schemeClr val="lt1"/>
              </a:buClr>
              <a:buSzPts val="1700"/>
              <a:buChar char="■"/>
              <a:defRPr>
                <a:solidFill>
                  <a:schemeClr val="lt1"/>
                </a:solidFill>
              </a:defRPr>
            </a:lvl9pPr>
          </a:lstStyle>
          <a:p/>
        </p:txBody>
      </p:sp>
      <p:sp>
        <p:nvSpPr>
          <p:cNvPr id="226" name="Google Shape;226;p38"/>
          <p:cNvSpPr txBox="1"/>
          <p:nvPr>
            <p:ph idx="2"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227" name="Google Shape;227;p38"/>
          <p:cNvSpPr txBox="1"/>
          <p:nvPr>
            <p:ph idx="3"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s" type="titleOnly">
  <p:cSld name="TITLE_ONLY">
    <p:bg>
      <p:bgPr>
        <a:solidFill>
          <a:schemeClr val="lt1"/>
        </a:solidFill>
      </p:bgPr>
    </p:bg>
    <p:spTree>
      <p:nvGrpSpPr>
        <p:cNvPr id="228" name="Shape 228"/>
        <p:cNvGrpSpPr/>
        <p:nvPr/>
      </p:nvGrpSpPr>
      <p:grpSpPr>
        <a:xfrm>
          <a:off x="0" y="0"/>
          <a:ext cx="0" cy="0"/>
          <a:chOff x="0" y="0"/>
          <a:chExt cx="0" cy="0"/>
        </a:xfrm>
      </p:grpSpPr>
      <p:sp>
        <p:nvSpPr>
          <p:cNvPr id="229" name="Google Shape;229;p39"/>
          <p:cNvSpPr/>
          <p:nvPr>
            <p:ph idx="2" type="pic"/>
          </p:nvPr>
        </p:nvSpPr>
        <p:spPr>
          <a:xfrm rot="299866">
            <a:off x="764484" y="2679783"/>
            <a:ext cx="1938771" cy="1938771"/>
          </a:xfrm>
          <a:prstGeom prst="snip1Rect">
            <a:avLst>
              <a:gd fmla="val 16667" name="adj"/>
            </a:avLst>
          </a:prstGeom>
          <a:noFill/>
          <a:ln>
            <a:noFill/>
          </a:ln>
        </p:spPr>
      </p:sp>
      <p:sp>
        <p:nvSpPr>
          <p:cNvPr id="230" name="Google Shape;230;p39"/>
          <p:cNvSpPr/>
          <p:nvPr>
            <p:ph idx="3" type="pic"/>
          </p:nvPr>
        </p:nvSpPr>
        <p:spPr>
          <a:xfrm rot="-299913">
            <a:off x="3602840" y="2620826"/>
            <a:ext cx="1938472" cy="1938472"/>
          </a:xfrm>
          <a:prstGeom prst="snip1Rect">
            <a:avLst>
              <a:gd fmla="val 16667" name="adj"/>
            </a:avLst>
          </a:prstGeom>
          <a:noFill/>
          <a:ln>
            <a:noFill/>
          </a:ln>
        </p:spPr>
      </p:sp>
      <p:sp>
        <p:nvSpPr>
          <p:cNvPr id="231" name="Google Shape;231;p39"/>
          <p:cNvSpPr/>
          <p:nvPr>
            <p:ph idx="4" type="pic"/>
          </p:nvPr>
        </p:nvSpPr>
        <p:spPr>
          <a:xfrm rot="299913">
            <a:off x="6440891" y="2679947"/>
            <a:ext cx="1938472" cy="1938472"/>
          </a:xfrm>
          <a:prstGeom prst="snip1Rect">
            <a:avLst>
              <a:gd fmla="val 16667" name="adj"/>
            </a:avLst>
          </a:prstGeom>
          <a:noFill/>
          <a:ln>
            <a:noFill/>
          </a:ln>
        </p:spPr>
      </p:sp>
      <p:sp>
        <p:nvSpPr>
          <p:cNvPr id="232" name="Google Shape;232;p39"/>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33" name="Google Shape;233;p39"/>
          <p:cNvSpPr txBox="1"/>
          <p:nvPr>
            <p:ph idx="1" type="subTitle"/>
          </p:nvPr>
        </p:nvSpPr>
        <p:spPr>
          <a:xfrm>
            <a:off x="381063" y="1182922"/>
            <a:ext cx="27054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234" name="Google Shape;234;p39"/>
          <p:cNvSpPr txBox="1"/>
          <p:nvPr>
            <p:ph idx="5" type="body"/>
          </p:nvPr>
        </p:nvSpPr>
        <p:spPr>
          <a:xfrm>
            <a:off x="381063" y="1521625"/>
            <a:ext cx="27054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35" name="Google Shape;235;p39"/>
          <p:cNvSpPr txBox="1"/>
          <p:nvPr>
            <p:ph idx="6" type="subTitle"/>
          </p:nvPr>
        </p:nvSpPr>
        <p:spPr>
          <a:xfrm>
            <a:off x="3219300" y="1182922"/>
            <a:ext cx="27054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236" name="Google Shape;236;p39"/>
          <p:cNvSpPr txBox="1"/>
          <p:nvPr>
            <p:ph idx="7" type="body"/>
          </p:nvPr>
        </p:nvSpPr>
        <p:spPr>
          <a:xfrm>
            <a:off x="3219300" y="1521625"/>
            <a:ext cx="27054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37" name="Google Shape;237;p39"/>
          <p:cNvSpPr txBox="1"/>
          <p:nvPr>
            <p:ph idx="8" type="subTitle"/>
          </p:nvPr>
        </p:nvSpPr>
        <p:spPr>
          <a:xfrm>
            <a:off x="6057538" y="1182922"/>
            <a:ext cx="27054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238" name="Google Shape;238;p39"/>
          <p:cNvSpPr txBox="1"/>
          <p:nvPr>
            <p:ph idx="9" type="body"/>
          </p:nvPr>
        </p:nvSpPr>
        <p:spPr>
          <a:xfrm>
            <a:off x="6057538" y="1521625"/>
            <a:ext cx="27054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SzPts val="1000"/>
              <a:buChar char="●"/>
              <a:defRPr sz="1000"/>
            </a:lvl1pPr>
            <a:lvl2pPr indent="-292100" lvl="1" marL="914400">
              <a:spcBef>
                <a:spcPts val="0"/>
              </a:spcBef>
              <a:spcAft>
                <a:spcPts val="0"/>
              </a:spcAft>
              <a:buSzPts val="1000"/>
              <a:buChar char="○"/>
              <a:defRPr sz="1000"/>
            </a:lvl2pPr>
            <a:lvl3pPr indent="-292100" lvl="2" marL="1371600">
              <a:spcBef>
                <a:spcPts val="0"/>
              </a:spcBef>
              <a:spcAft>
                <a:spcPts val="0"/>
              </a:spcAft>
              <a:buSzPts val="1000"/>
              <a:buChar char="■"/>
              <a:defRPr sz="1000"/>
            </a:lvl3pPr>
            <a:lvl4pPr indent="-292100" lvl="3" marL="1828800">
              <a:spcBef>
                <a:spcPts val="0"/>
              </a:spcBef>
              <a:spcAft>
                <a:spcPts val="0"/>
              </a:spcAft>
              <a:buSzPts val="1000"/>
              <a:buChar char="●"/>
              <a:defRPr sz="1000"/>
            </a:lvl4pPr>
            <a:lvl5pPr indent="-292100" lvl="4" marL="2286000">
              <a:spcBef>
                <a:spcPts val="0"/>
              </a:spcBef>
              <a:spcAft>
                <a:spcPts val="0"/>
              </a:spcAft>
              <a:buSzPts val="1000"/>
              <a:buChar char="○"/>
              <a:defRPr sz="1000"/>
            </a:lvl5pPr>
            <a:lvl6pPr indent="-292100" lvl="5" marL="2743200">
              <a:spcBef>
                <a:spcPts val="0"/>
              </a:spcBef>
              <a:spcAft>
                <a:spcPts val="0"/>
              </a:spcAft>
              <a:buSzPts val="1000"/>
              <a:buChar char="■"/>
              <a:defRPr sz="1000"/>
            </a:lvl6pPr>
            <a:lvl7pPr indent="-292100" lvl="6" marL="3200400">
              <a:spcBef>
                <a:spcPts val="0"/>
              </a:spcBef>
              <a:spcAft>
                <a:spcPts val="0"/>
              </a:spcAft>
              <a:buSzPts val="1000"/>
              <a:buChar char="●"/>
              <a:defRPr sz="1000"/>
            </a:lvl7pPr>
            <a:lvl8pPr indent="-292100" lvl="7" marL="3657600">
              <a:spcBef>
                <a:spcPts val="0"/>
              </a:spcBef>
              <a:spcAft>
                <a:spcPts val="0"/>
              </a:spcAft>
              <a:buSzPts val="1000"/>
              <a:buChar char="○"/>
              <a:defRPr sz="1000"/>
            </a:lvl8pPr>
            <a:lvl9pPr indent="-292100" lvl="8" marL="4114800">
              <a:spcBef>
                <a:spcPts val="0"/>
              </a:spcBef>
              <a:spcAft>
                <a:spcPts val="0"/>
              </a:spcAft>
              <a:buSzPts val="1000"/>
              <a:buChar char="■"/>
              <a:defRPr sz="1000"/>
            </a:lvl9pPr>
          </a:lstStyle>
          <a:p/>
        </p:txBody>
      </p:sp>
      <p:sp>
        <p:nvSpPr>
          <p:cNvPr id="239" name="Google Shape;239;p39"/>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0" name="Google Shape;240;p39"/>
          <p:cNvSpPr txBox="1"/>
          <p:nvPr>
            <p:ph idx="13"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41" name="Google Shape;241;p39"/>
          <p:cNvSpPr txBox="1"/>
          <p:nvPr>
            <p:ph idx="14"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dy and image 1">
  <p:cSld name="ONE_COLUMN_TEXT">
    <p:bg>
      <p:bgPr>
        <a:solidFill>
          <a:schemeClr val="lt1"/>
        </a:solidFill>
      </p:bgPr>
    </p:bg>
    <p:spTree>
      <p:nvGrpSpPr>
        <p:cNvPr id="242" name="Shape 242"/>
        <p:cNvGrpSpPr/>
        <p:nvPr/>
      </p:nvGrpSpPr>
      <p:grpSpPr>
        <a:xfrm>
          <a:off x="0" y="0"/>
          <a:ext cx="0" cy="0"/>
          <a:chOff x="0" y="0"/>
          <a:chExt cx="0" cy="0"/>
        </a:xfrm>
      </p:grpSpPr>
      <p:sp>
        <p:nvSpPr>
          <p:cNvPr id="243" name="Google Shape;243;p40"/>
          <p:cNvSpPr/>
          <p:nvPr>
            <p:ph idx="2" type="pic"/>
          </p:nvPr>
        </p:nvSpPr>
        <p:spPr>
          <a:xfrm>
            <a:off x="434125" y="2147825"/>
            <a:ext cx="8275200" cy="2679300"/>
          </a:xfrm>
          <a:prstGeom prst="snip1Rect">
            <a:avLst>
              <a:gd fmla="val 29467" name="adj"/>
            </a:avLst>
          </a:prstGeom>
          <a:noFill/>
          <a:ln>
            <a:noFill/>
          </a:ln>
        </p:spPr>
      </p:sp>
      <p:sp>
        <p:nvSpPr>
          <p:cNvPr id="244" name="Google Shape;244;p40"/>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40"/>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6" name="Google Shape;246;p40"/>
          <p:cNvSpPr txBox="1"/>
          <p:nvPr>
            <p:ph idx="1" type="body"/>
          </p:nvPr>
        </p:nvSpPr>
        <p:spPr>
          <a:xfrm>
            <a:off x="333925" y="1163150"/>
            <a:ext cx="8475600" cy="7080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247" name="Google Shape;247;p40"/>
          <p:cNvSpPr txBox="1"/>
          <p:nvPr>
            <p:ph idx="3"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48" name="Google Shape;248;p40"/>
          <p:cNvSpPr txBox="1"/>
          <p:nvPr>
            <p:ph idx="4"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extLst>
    <p:ext uri="{DCECCB84-F9BA-43D5-87BE-67443E8EF086}">
      <p15:sldGuideLst>
        <p15:guide id="1" pos="273">
          <p15:clr>
            <a:srgbClr val="E46962"/>
          </p15:clr>
        </p15:guide>
      </p15:sldGuideLst>
    </p:ext>
  </p:extLst>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active pop-up left">
  <p:cSld name="ONE_COLUMN_TEXT_1">
    <p:bg>
      <p:bgPr>
        <a:solidFill>
          <a:schemeClr val="lt1"/>
        </a:solidFill>
      </p:bgPr>
    </p:bg>
    <p:spTree>
      <p:nvGrpSpPr>
        <p:cNvPr id="249" name="Shape 249"/>
        <p:cNvGrpSpPr/>
        <p:nvPr/>
      </p:nvGrpSpPr>
      <p:grpSpPr>
        <a:xfrm>
          <a:off x="0" y="0"/>
          <a:ext cx="0" cy="0"/>
          <a:chOff x="0" y="0"/>
          <a:chExt cx="0" cy="0"/>
        </a:xfrm>
      </p:grpSpPr>
      <p:grpSp>
        <p:nvGrpSpPr>
          <p:cNvPr id="250" name="Google Shape;250;p41"/>
          <p:cNvGrpSpPr/>
          <p:nvPr/>
        </p:nvGrpSpPr>
        <p:grpSpPr>
          <a:xfrm>
            <a:off x="433788" y="1202208"/>
            <a:ext cx="2632899" cy="904617"/>
            <a:chOff x="433788" y="1202208"/>
            <a:chExt cx="2632899" cy="904617"/>
          </a:xfrm>
        </p:grpSpPr>
        <p:sp>
          <p:nvSpPr>
            <p:cNvPr id="251" name="Google Shape;251;p41"/>
            <p:cNvSpPr/>
            <p:nvPr/>
          </p:nvSpPr>
          <p:spPr>
            <a:xfrm>
              <a:off x="433788" y="1202325"/>
              <a:ext cx="2632800" cy="904500"/>
            </a:xfrm>
            <a:prstGeom prst="snip1Rect">
              <a:avLst>
                <a:gd fmla="val 35102"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a:ea typeface="Inter Tight"/>
                <a:cs typeface="Inter Tight"/>
                <a:sym typeface="Inter Tight"/>
              </a:endParaRPr>
            </a:p>
          </p:txBody>
        </p:sp>
        <p:sp>
          <p:nvSpPr>
            <p:cNvPr id="252" name="Google Shape;252;p41"/>
            <p:cNvSpPr/>
            <p:nvPr/>
          </p:nvSpPr>
          <p:spPr>
            <a:xfrm rot="-6523">
              <a:off x="2750486" y="1202508"/>
              <a:ext cx="316201" cy="3180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253" name="Google Shape;253;p41"/>
          <p:cNvSpPr txBox="1"/>
          <p:nvPr>
            <p:ph idx="1" type="subTitle"/>
          </p:nvPr>
        </p:nvSpPr>
        <p:spPr>
          <a:xfrm>
            <a:off x="437000" y="1202200"/>
            <a:ext cx="2322900" cy="354000"/>
          </a:xfrm>
          <a:prstGeom prst="rect">
            <a:avLst/>
          </a:prstGeom>
        </p:spPr>
        <p:txBody>
          <a:bodyPr anchorCtr="0" anchor="t" bIns="91425" lIns="91425" spcFirstLastPara="1" rIns="91425" wrap="square" tIns="91425">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p:txBody>
      </p:sp>
      <p:sp>
        <p:nvSpPr>
          <p:cNvPr id="254" name="Google Shape;254;p41"/>
          <p:cNvSpPr txBox="1"/>
          <p:nvPr>
            <p:ph idx="2" type="body"/>
          </p:nvPr>
        </p:nvSpPr>
        <p:spPr>
          <a:xfrm>
            <a:off x="437000" y="1460325"/>
            <a:ext cx="26328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Clr>
                <a:schemeClr val="lt1"/>
              </a:buClr>
              <a:buSzPts val="1000"/>
              <a:buChar char="●"/>
              <a:defRPr sz="1000">
                <a:solidFill>
                  <a:schemeClr val="lt1"/>
                </a:solidFill>
              </a:defRPr>
            </a:lvl1pPr>
            <a:lvl2pPr indent="-292100" lvl="1" marL="914400">
              <a:spcBef>
                <a:spcPts val="0"/>
              </a:spcBef>
              <a:spcAft>
                <a:spcPts val="0"/>
              </a:spcAft>
              <a:buClr>
                <a:schemeClr val="lt1"/>
              </a:buClr>
              <a:buSzPts val="1000"/>
              <a:buChar char="○"/>
              <a:defRPr sz="1000">
                <a:solidFill>
                  <a:schemeClr val="lt1"/>
                </a:solidFill>
              </a:defRPr>
            </a:lvl2pPr>
            <a:lvl3pPr indent="-292100" lvl="2" marL="1371600">
              <a:spcBef>
                <a:spcPts val="0"/>
              </a:spcBef>
              <a:spcAft>
                <a:spcPts val="0"/>
              </a:spcAft>
              <a:buClr>
                <a:schemeClr val="lt1"/>
              </a:buClr>
              <a:buSzPts val="1000"/>
              <a:buChar char="■"/>
              <a:defRPr sz="1000">
                <a:solidFill>
                  <a:schemeClr val="lt1"/>
                </a:solidFill>
              </a:defRPr>
            </a:lvl3pPr>
            <a:lvl4pPr indent="-292100" lvl="3" marL="1828800">
              <a:spcBef>
                <a:spcPts val="0"/>
              </a:spcBef>
              <a:spcAft>
                <a:spcPts val="0"/>
              </a:spcAft>
              <a:buClr>
                <a:schemeClr val="lt1"/>
              </a:buClr>
              <a:buSzPts val="1000"/>
              <a:buChar char="●"/>
              <a:defRPr sz="1000">
                <a:solidFill>
                  <a:schemeClr val="lt1"/>
                </a:solidFill>
              </a:defRPr>
            </a:lvl4pPr>
            <a:lvl5pPr indent="-292100" lvl="4" marL="2286000">
              <a:spcBef>
                <a:spcPts val="0"/>
              </a:spcBef>
              <a:spcAft>
                <a:spcPts val="0"/>
              </a:spcAft>
              <a:buClr>
                <a:schemeClr val="lt1"/>
              </a:buClr>
              <a:buSzPts val="1000"/>
              <a:buChar char="○"/>
              <a:defRPr sz="1000">
                <a:solidFill>
                  <a:schemeClr val="lt1"/>
                </a:solidFill>
              </a:defRPr>
            </a:lvl5pPr>
            <a:lvl6pPr indent="-292100" lvl="5" marL="2743200">
              <a:spcBef>
                <a:spcPts val="0"/>
              </a:spcBef>
              <a:spcAft>
                <a:spcPts val="0"/>
              </a:spcAft>
              <a:buClr>
                <a:schemeClr val="lt1"/>
              </a:buClr>
              <a:buSzPts val="1000"/>
              <a:buChar char="■"/>
              <a:defRPr sz="1000">
                <a:solidFill>
                  <a:schemeClr val="lt1"/>
                </a:solidFill>
              </a:defRPr>
            </a:lvl6pPr>
            <a:lvl7pPr indent="-292100" lvl="6" marL="3200400">
              <a:spcBef>
                <a:spcPts val="0"/>
              </a:spcBef>
              <a:spcAft>
                <a:spcPts val="0"/>
              </a:spcAft>
              <a:buClr>
                <a:schemeClr val="lt1"/>
              </a:buClr>
              <a:buSzPts val="1000"/>
              <a:buChar char="●"/>
              <a:defRPr sz="1000">
                <a:solidFill>
                  <a:schemeClr val="lt1"/>
                </a:solidFill>
              </a:defRPr>
            </a:lvl7pPr>
            <a:lvl8pPr indent="-292100" lvl="7" marL="3657600">
              <a:spcBef>
                <a:spcPts val="0"/>
              </a:spcBef>
              <a:spcAft>
                <a:spcPts val="0"/>
              </a:spcAft>
              <a:buClr>
                <a:schemeClr val="lt1"/>
              </a:buClr>
              <a:buSzPts val="1000"/>
              <a:buChar char="○"/>
              <a:defRPr sz="1000">
                <a:solidFill>
                  <a:schemeClr val="lt1"/>
                </a:solidFill>
              </a:defRPr>
            </a:lvl8pPr>
            <a:lvl9pPr indent="-292100" lvl="8" marL="4114800">
              <a:spcBef>
                <a:spcPts val="0"/>
              </a:spcBef>
              <a:spcAft>
                <a:spcPts val="0"/>
              </a:spcAft>
              <a:buClr>
                <a:schemeClr val="lt1"/>
              </a:buClr>
              <a:buSzPts val="1000"/>
              <a:buChar char="■"/>
              <a:defRPr sz="1000">
                <a:solidFill>
                  <a:schemeClr val="lt1"/>
                </a:solidFill>
              </a:defRPr>
            </a:lvl9pPr>
          </a:lstStyle>
          <a:p/>
        </p:txBody>
      </p:sp>
      <p:sp>
        <p:nvSpPr>
          <p:cNvPr id="255" name="Google Shape;255;p41"/>
          <p:cNvSpPr/>
          <p:nvPr>
            <p:ph idx="3" type="pic"/>
          </p:nvPr>
        </p:nvSpPr>
        <p:spPr>
          <a:xfrm>
            <a:off x="434125" y="2147825"/>
            <a:ext cx="8275200" cy="2679300"/>
          </a:xfrm>
          <a:prstGeom prst="snip1Rect">
            <a:avLst>
              <a:gd fmla="val 29467" name="adj"/>
            </a:avLst>
          </a:prstGeom>
          <a:noFill/>
          <a:ln>
            <a:noFill/>
          </a:ln>
        </p:spPr>
      </p:sp>
      <p:sp>
        <p:nvSpPr>
          <p:cNvPr id="256" name="Google Shape;256;p41"/>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58" name="Google Shape;258;p41"/>
          <p:cNvSpPr txBox="1"/>
          <p:nvPr>
            <p:ph idx="4"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59" name="Google Shape;259;p41"/>
          <p:cNvSpPr txBox="1"/>
          <p:nvPr>
            <p:ph idx="5"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extLst>
    <p:ext uri="{DCECCB84-F9BA-43D5-87BE-67443E8EF086}">
      <p15:sldGuideLst>
        <p15:guide id="1" pos="273">
          <p15:clr>
            <a:srgbClr val="E46962"/>
          </p15:clr>
        </p15:guide>
        <p15:guide id="2" orient="horz" pos="1353">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active pop-up middle">
  <p:cSld name="ONE_COLUMN_TEXT_1_2">
    <p:bg>
      <p:bgPr>
        <a:solidFill>
          <a:schemeClr val="lt1"/>
        </a:solidFill>
      </p:bgPr>
    </p:bg>
    <p:spTree>
      <p:nvGrpSpPr>
        <p:cNvPr id="260" name="Shape 260"/>
        <p:cNvGrpSpPr/>
        <p:nvPr/>
      </p:nvGrpSpPr>
      <p:grpSpPr>
        <a:xfrm>
          <a:off x="0" y="0"/>
          <a:ext cx="0" cy="0"/>
          <a:chOff x="0" y="0"/>
          <a:chExt cx="0" cy="0"/>
        </a:xfrm>
      </p:grpSpPr>
      <p:grpSp>
        <p:nvGrpSpPr>
          <p:cNvPr id="261" name="Google Shape;261;p42"/>
          <p:cNvGrpSpPr/>
          <p:nvPr/>
        </p:nvGrpSpPr>
        <p:grpSpPr>
          <a:xfrm>
            <a:off x="3253950" y="1202208"/>
            <a:ext cx="2632899" cy="904617"/>
            <a:chOff x="3253950" y="1202208"/>
            <a:chExt cx="2632899" cy="904617"/>
          </a:xfrm>
        </p:grpSpPr>
        <p:sp>
          <p:nvSpPr>
            <p:cNvPr id="262" name="Google Shape;262;p42"/>
            <p:cNvSpPr/>
            <p:nvPr/>
          </p:nvSpPr>
          <p:spPr>
            <a:xfrm>
              <a:off x="3253950" y="1202325"/>
              <a:ext cx="2632800" cy="904500"/>
            </a:xfrm>
            <a:prstGeom prst="snip1Rect">
              <a:avLst>
                <a:gd fmla="val 35102" name="adj"/>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sp>
          <p:nvSpPr>
            <p:cNvPr id="263" name="Google Shape;263;p42"/>
            <p:cNvSpPr/>
            <p:nvPr/>
          </p:nvSpPr>
          <p:spPr>
            <a:xfrm rot="-6523">
              <a:off x="5570649" y="1202508"/>
              <a:ext cx="316201" cy="3180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264" name="Google Shape;264;p42"/>
          <p:cNvSpPr txBox="1"/>
          <p:nvPr>
            <p:ph idx="1" type="subTitle"/>
          </p:nvPr>
        </p:nvSpPr>
        <p:spPr>
          <a:xfrm>
            <a:off x="3257163" y="1202200"/>
            <a:ext cx="2322900" cy="354000"/>
          </a:xfrm>
          <a:prstGeom prst="rect">
            <a:avLst/>
          </a:prstGeom>
        </p:spPr>
        <p:txBody>
          <a:bodyPr anchorCtr="0" anchor="t" bIns="91425" lIns="91425" spcFirstLastPara="1" rIns="91425" wrap="square" tIns="91425">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p:txBody>
      </p:sp>
      <p:sp>
        <p:nvSpPr>
          <p:cNvPr id="265" name="Google Shape;265;p42"/>
          <p:cNvSpPr txBox="1"/>
          <p:nvPr>
            <p:ph idx="2" type="body"/>
          </p:nvPr>
        </p:nvSpPr>
        <p:spPr>
          <a:xfrm>
            <a:off x="3257163" y="1460325"/>
            <a:ext cx="26328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Clr>
                <a:schemeClr val="lt1"/>
              </a:buClr>
              <a:buSzPts val="1000"/>
              <a:buChar char="●"/>
              <a:defRPr sz="1000">
                <a:solidFill>
                  <a:schemeClr val="lt1"/>
                </a:solidFill>
              </a:defRPr>
            </a:lvl1pPr>
            <a:lvl2pPr indent="-292100" lvl="1" marL="914400">
              <a:spcBef>
                <a:spcPts val="0"/>
              </a:spcBef>
              <a:spcAft>
                <a:spcPts val="0"/>
              </a:spcAft>
              <a:buClr>
                <a:schemeClr val="lt1"/>
              </a:buClr>
              <a:buSzPts val="1000"/>
              <a:buChar char="○"/>
              <a:defRPr sz="1000">
                <a:solidFill>
                  <a:schemeClr val="lt1"/>
                </a:solidFill>
              </a:defRPr>
            </a:lvl2pPr>
            <a:lvl3pPr indent="-292100" lvl="2" marL="1371600">
              <a:spcBef>
                <a:spcPts val="0"/>
              </a:spcBef>
              <a:spcAft>
                <a:spcPts val="0"/>
              </a:spcAft>
              <a:buClr>
                <a:schemeClr val="lt1"/>
              </a:buClr>
              <a:buSzPts val="1000"/>
              <a:buChar char="■"/>
              <a:defRPr sz="1000">
                <a:solidFill>
                  <a:schemeClr val="lt1"/>
                </a:solidFill>
              </a:defRPr>
            </a:lvl3pPr>
            <a:lvl4pPr indent="-292100" lvl="3" marL="1828800">
              <a:spcBef>
                <a:spcPts val="0"/>
              </a:spcBef>
              <a:spcAft>
                <a:spcPts val="0"/>
              </a:spcAft>
              <a:buClr>
                <a:schemeClr val="lt1"/>
              </a:buClr>
              <a:buSzPts val="1000"/>
              <a:buChar char="●"/>
              <a:defRPr sz="1000">
                <a:solidFill>
                  <a:schemeClr val="lt1"/>
                </a:solidFill>
              </a:defRPr>
            </a:lvl4pPr>
            <a:lvl5pPr indent="-292100" lvl="4" marL="2286000">
              <a:spcBef>
                <a:spcPts val="0"/>
              </a:spcBef>
              <a:spcAft>
                <a:spcPts val="0"/>
              </a:spcAft>
              <a:buClr>
                <a:schemeClr val="lt1"/>
              </a:buClr>
              <a:buSzPts val="1000"/>
              <a:buChar char="○"/>
              <a:defRPr sz="1000">
                <a:solidFill>
                  <a:schemeClr val="lt1"/>
                </a:solidFill>
              </a:defRPr>
            </a:lvl5pPr>
            <a:lvl6pPr indent="-292100" lvl="5" marL="2743200">
              <a:spcBef>
                <a:spcPts val="0"/>
              </a:spcBef>
              <a:spcAft>
                <a:spcPts val="0"/>
              </a:spcAft>
              <a:buClr>
                <a:schemeClr val="lt1"/>
              </a:buClr>
              <a:buSzPts val="1000"/>
              <a:buChar char="■"/>
              <a:defRPr sz="1000">
                <a:solidFill>
                  <a:schemeClr val="lt1"/>
                </a:solidFill>
              </a:defRPr>
            </a:lvl6pPr>
            <a:lvl7pPr indent="-292100" lvl="6" marL="3200400">
              <a:spcBef>
                <a:spcPts val="0"/>
              </a:spcBef>
              <a:spcAft>
                <a:spcPts val="0"/>
              </a:spcAft>
              <a:buClr>
                <a:schemeClr val="lt1"/>
              </a:buClr>
              <a:buSzPts val="1000"/>
              <a:buChar char="●"/>
              <a:defRPr sz="1000">
                <a:solidFill>
                  <a:schemeClr val="lt1"/>
                </a:solidFill>
              </a:defRPr>
            </a:lvl7pPr>
            <a:lvl8pPr indent="-292100" lvl="7" marL="3657600">
              <a:spcBef>
                <a:spcPts val="0"/>
              </a:spcBef>
              <a:spcAft>
                <a:spcPts val="0"/>
              </a:spcAft>
              <a:buClr>
                <a:schemeClr val="lt1"/>
              </a:buClr>
              <a:buSzPts val="1000"/>
              <a:buChar char="○"/>
              <a:defRPr sz="1000">
                <a:solidFill>
                  <a:schemeClr val="lt1"/>
                </a:solidFill>
              </a:defRPr>
            </a:lvl8pPr>
            <a:lvl9pPr indent="-292100" lvl="8" marL="4114800">
              <a:spcBef>
                <a:spcPts val="0"/>
              </a:spcBef>
              <a:spcAft>
                <a:spcPts val="0"/>
              </a:spcAft>
              <a:buClr>
                <a:schemeClr val="lt1"/>
              </a:buClr>
              <a:buSzPts val="1000"/>
              <a:buChar char="■"/>
              <a:defRPr sz="1000">
                <a:solidFill>
                  <a:schemeClr val="lt1"/>
                </a:solidFill>
              </a:defRPr>
            </a:lvl9pPr>
          </a:lstStyle>
          <a:p/>
        </p:txBody>
      </p:sp>
      <p:sp>
        <p:nvSpPr>
          <p:cNvPr id="266" name="Google Shape;266;p42"/>
          <p:cNvSpPr/>
          <p:nvPr>
            <p:ph idx="3" type="pic"/>
          </p:nvPr>
        </p:nvSpPr>
        <p:spPr>
          <a:xfrm>
            <a:off x="434125" y="2147825"/>
            <a:ext cx="8275200" cy="2679300"/>
          </a:xfrm>
          <a:prstGeom prst="snip1Rect">
            <a:avLst>
              <a:gd fmla="val 29467" name="adj"/>
            </a:avLst>
          </a:prstGeom>
          <a:noFill/>
          <a:ln>
            <a:noFill/>
          </a:ln>
        </p:spPr>
      </p:sp>
      <p:sp>
        <p:nvSpPr>
          <p:cNvPr id="267" name="Google Shape;267;p42"/>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68" name="Google Shape;268;p42"/>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9" name="Google Shape;269;p42"/>
          <p:cNvSpPr txBox="1"/>
          <p:nvPr>
            <p:ph idx="4"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70" name="Google Shape;270;p42"/>
          <p:cNvSpPr txBox="1"/>
          <p:nvPr>
            <p:ph idx="5"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active pop-up right, long text">
  <p:cSld name="ONE_COLUMN_TEXT_1_1">
    <p:bg>
      <p:bgPr>
        <a:solidFill>
          <a:schemeClr val="lt1"/>
        </a:solidFill>
      </p:bgPr>
    </p:bg>
    <p:spTree>
      <p:nvGrpSpPr>
        <p:cNvPr id="271" name="Shape 271"/>
        <p:cNvGrpSpPr/>
        <p:nvPr/>
      </p:nvGrpSpPr>
      <p:grpSpPr>
        <a:xfrm>
          <a:off x="0" y="0"/>
          <a:ext cx="0" cy="0"/>
          <a:chOff x="0" y="0"/>
          <a:chExt cx="0" cy="0"/>
        </a:xfrm>
      </p:grpSpPr>
      <p:sp>
        <p:nvSpPr>
          <p:cNvPr id="272" name="Google Shape;272;p43"/>
          <p:cNvSpPr/>
          <p:nvPr/>
        </p:nvSpPr>
        <p:spPr>
          <a:xfrm>
            <a:off x="3253825" y="1202325"/>
            <a:ext cx="5453100" cy="904500"/>
          </a:xfrm>
          <a:prstGeom prst="snip1Rect">
            <a:avLst>
              <a:gd fmla="val 35019"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a:ea typeface="Inter Tight"/>
              <a:cs typeface="Inter Tight"/>
              <a:sym typeface="Inter Tight"/>
            </a:endParaRPr>
          </a:p>
        </p:txBody>
      </p:sp>
      <p:sp>
        <p:nvSpPr>
          <p:cNvPr id="273" name="Google Shape;273;p43"/>
          <p:cNvSpPr txBox="1"/>
          <p:nvPr>
            <p:ph idx="1" type="subTitle"/>
          </p:nvPr>
        </p:nvSpPr>
        <p:spPr>
          <a:xfrm>
            <a:off x="3253950" y="1202200"/>
            <a:ext cx="5136900" cy="354000"/>
          </a:xfrm>
          <a:prstGeom prst="rect">
            <a:avLst/>
          </a:prstGeom>
        </p:spPr>
        <p:txBody>
          <a:bodyPr anchorCtr="0" anchor="t" bIns="91425" lIns="91425" spcFirstLastPara="1" rIns="91425" wrap="square" tIns="91425">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p:txBody>
      </p:sp>
      <p:sp>
        <p:nvSpPr>
          <p:cNvPr id="274" name="Google Shape;274;p43"/>
          <p:cNvSpPr/>
          <p:nvPr>
            <p:ph idx="2" type="pic"/>
          </p:nvPr>
        </p:nvSpPr>
        <p:spPr>
          <a:xfrm>
            <a:off x="434125" y="2147825"/>
            <a:ext cx="8275200" cy="2679300"/>
          </a:xfrm>
          <a:prstGeom prst="snip1Rect">
            <a:avLst>
              <a:gd fmla="val 29467" name="adj"/>
            </a:avLst>
          </a:prstGeom>
          <a:noFill/>
          <a:ln>
            <a:noFill/>
          </a:ln>
        </p:spPr>
      </p:sp>
      <p:sp>
        <p:nvSpPr>
          <p:cNvPr id="275" name="Google Shape;275;p43"/>
          <p:cNvSpPr txBox="1"/>
          <p:nvPr>
            <p:ph idx="3" type="body"/>
          </p:nvPr>
        </p:nvSpPr>
        <p:spPr>
          <a:xfrm>
            <a:off x="3253950" y="1460325"/>
            <a:ext cx="5453100" cy="646500"/>
          </a:xfrm>
          <a:prstGeom prst="rect">
            <a:avLst/>
          </a:prstGeom>
        </p:spPr>
        <p:txBody>
          <a:bodyPr anchorCtr="0" anchor="t" bIns="91425" lIns="91425" spcFirstLastPara="1" rIns="91425" wrap="square" tIns="91425">
            <a:spAutoFit/>
          </a:bodyPr>
          <a:lstStyle>
            <a:lvl1pPr indent="-292100" lvl="0" marL="457200">
              <a:spcBef>
                <a:spcPts val="0"/>
              </a:spcBef>
              <a:spcAft>
                <a:spcPts val="0"/>
              </a:spcAft>
              <a:buClr>
                <a:schemeClr val="lt1"/>
              </a:buClr>
              <a:buSzPts val="1000"/>
              <a:buChar char="●"/>
              <a:defRPr sz="1000">
                <a:solidFill>
                  <a:schemeClr val="lt1"/>
                </a:solidFill>
              </a:defRPr>
            </a:lvl1pPr>
            <a:lvl2pPr indent="-292100" lvl="1" marL="914400">
              <a:spcBef>
                <a:spcPts val="0"/>
              </a:spcBef>
              <a:spcAft>
                <a:spcPts val="0"/>
              </a:spcAft>
              <a:buClr>
                <a:schemeClr val="lt1"/>
              </a:buClr>
              <a:buSzPts val="1000"/>
              <a:buChar char="○"/>
              <a:defRPr sz="1000">
                <a:solidFill>
                  <a:schemeClr val="lt1"/>
                </a:solidFill>
              </a:defRPr>
            </a:lvl2pPr>
            <a:lvl3pPr indent="-292100" lvl="2" marL="1371600">
              <a:spcBef>
                <a:spcPts val="0"/>
              </a:spcBef>
              <a:spcAft>
                <a:spcPts val="0"/>
              </a:spcAft>
              <a:buClr>
                <a:schemeClr val="lt1"/>
              </a:buClr>
              <a:buSzPts val="1000"/>
              <a:buChar char="■"/>
              <a:defRPr sz="1000">
                <a:solidFill>
                  <a:schemeClr val="lt1"/>
                </a:solidFill>
              </a:defRPr>
            </a:lvl3pPr>
            <a:lvl4pPr indent="-292100" lvl="3" marL="1828800">
              <a:spcBef>
                <a:spcPts val="0"/>
              </a:spcBef>
              <a:spcAft>
                <a:spcPts val="0"/>
              </a:spcAft>
              <a:buClr>
                <a:schemeClr val="lt1"/>
              </a:buClr>
              <a:buSzPts val="1000"/>
              <a:buChar char="●"/>
              <a:defRPr sz="1000">
                <a:solidFill>
                  <a:schemeClr val="lt1"/>
                </a:solidFill>
              </a:defRPr>
            </a:lvl4pPr>
            <a:lvl5pPr indent="-292100" lvl="4" marL="2286000">
              <a:spcBef>
                <a:spcPts val="0"/>
              </a:spcBef>
              <a:spcAft>
                <a:spcPts val="0"/>
              </a:spcAft>
              <a:buClr>
                <a:schemeClr val="lt1"/>
              </a:buClr>
              <a:buSzPts val="1000"/>
              <a:buChar char="○"/>
              <a:defRPr sz="1000">
                <a:solidFill>
                  <a:schemeClr val="lt1"/>
                </a:solidFill>
              </a:defRPr>
            </a:lvl5pPr>
            <a:lvl6pPr indent="-292100" lvl="5" marL="2743200">
              <a:spcBef>
                <a:spcPts val="0"/>
              </a:spcBef>
              <a:spcAft>
                <a:spcPts val="0"/>
              </a:spcAft>
              <a:buClr>
                <a:schemeClr val="lt1"/>
              </a:buClr>
              <a:buSzPts val="1000"/>
              <a:buChar char="■"/>
              <a:defRPr sz="1000">
                <a:solidFill>
                  <a:schemeClr val="lt1"/>
                </a:solidFill>
              </a:defRPr>
            </a:lvl6pPr>
            <a:lvl7pPr indent="-292100" lvl="6" marL="3200400">
              <a:spcBef>
                <a:spcPts val="0"/>
              </a:spcBef>
              <a:spcAft>
                <a:spcPts val="0"/>
              </a:spcAft>
              <a:buClr>
                <a:schemeClr val="lt1"/>
              </a:buClr>
              <a:buSzPts val="1000"/>
              <a:buChar char="●"/>
              <a:defRPr sz="1000">
                <a:solidFill>
                  <a:schemeClr val="lt1"/>
                </a:solidFill>
              </a:defRPr>
            </a:lvl7pPr>
            <a:lvl8pPr indent="-292100" lvl="7" marL="3657600">
              <a:spcBef>
                <a:spcPts val="0"/>
              </a:spcBef>
              <a:spcAft>
                <a:spcPts val="0"/>
              </a:spcAft>
              <a:buClr>
                <a:schemeClr val="lt1"/>
              </a:buClr>
              <a:buSzPts val="1000"/>
              <a:buChar char="○"/>
              <a:defRPr sz="1000">
                <a:solidFill>
                  <a:schemeClr val="lt1"/>
                </a:solidFill>
              </a:defRPr>
            </a:lvl8pPr>
            <a:lvl9pPr indent="-292100" lvl="8" marL="4114800">
              <a:spcBef>
                <a:spcPts val="0"/>
              </a:spcBef>
              <a:spcAft>
                <a:spcPts val="0"/>
              </a:spcAft>
              <a:buClr>
                <a:schemeClr val="lt1"/>
              </a:buClr>
              <a:buSzPts val="1000"/>
              <a:buChar char="■"/>
              <a:defRPr sz="1000">
                <a:solidFill>
                  <a:schemeClr val="lt1"/>
                </a:solidFill>
              </a:defRPr>
            </a:lvl9pPr>
          </a:lstStyle>
          <a:p/>
        </p:txBody>
      </p:sp>
      <p:sp>
        <p:nvSpPr>
          <p:cNvPr id="276" name="Google Shape;276;p43"/>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77" name="Google Shape;277;p43"/>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8" name="Google Shape;278;p43"/>
          <p:cNvSpPr txBox="1"/>
          <p:nvPr>
            <p:ph idx="4"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79" name="Google Shape;279;p43"/>
          <p:cNvSpPr txBox="1"/>
          <p:nvPr>
            <p:ph idx="5"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80" name="Google Shape;280;p43"/>
          <p:cNvSpPr/>
          <p:nvPr/>
        </p:nvSpPr>
        <p:spPr>
          <a:xfrm rot="-6523">
            <a:off x="8390811" y="1202508"/>
            <a:ext cx="316201" cy="3180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Inter Tight"/>
                <a:ea typeface="Inter Tight"/>
                <a:cs typeface="Inter Tight"/>
                <a:sym typeface="Inter Tight"/>
              </a:rPr>
              <a:t> </a:t>
            </a:r>
            <a:endParaRPr>
              <a:solidFill>
                <a:schemeClr val="dk1"/>
              </a:solidFill>
              <a:latin typeface="Inter Tight"/>
              <a:ea typeface="Inter Tight"/>
              <a:cs typeface="Inter Tight"/>
              <a:sym typeface="Inter T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CUSTOM">
    <p:bg>
      <p:bgPr>
        <a:solidFill>
          <a:schemeClr val="lt1"/>
        </a:solidFill>
      </p:bgPr>
    </p:bg>
    <p:spTree>
      <p:nvGrpSpPr>
        <p:cNvPr id="281" name="Shape 281"/>
        <p:cNvGrpSpPr/>
        <p:nvPr/>
      </p:nvGrpSpPr>
      <p:grpSpPr>
        <a:xfrm>
          <a:off x="0" y="0"/>
          <a:ext cx="0" cy="0"/>
          <a:chOff x="0" y="0"/>
          <a:chExt cx="0" cy="0"/>
        </a:xfrm>
      </p:grpSpPr>
      <p:grpSp>
        <p:nvGrpSpPr>
          <p:cNvPr id="282" name="Google Shape;282;p44"/>
          <p:cNvGrpSpPr/>
          <p:nvPr/>
        </p:nvGrpSpPr>
        <p:grpSpPr>
          <a:xfrm>
            <a:off x="0" y="-444900"/>
            <a:ext cx="9144000" cy="5588500"/>
            <a:chOff x="0" y="-444900"/>
            <a:chExt cx="9144000" cy="5588500"/>
          </a:xfrm>
        </p:grpSpPr>
        <p:grpSp>
          <p:nvGrpSpPr>
            <p:cNvPr id="283" name="Google Shape;283;p44"/>
            <p:cNvGrpSpPr/>
            <p:nvPr/>
          </p:nvGrpSpPr>
          <p:grpSpPr>
            <a:xfrm>
              <a:off x="0" y="100"/>
              <a:ext cx="9144000" cy="5143500"/>
              <a:chOff x="0" y="100"/>
              <a:chExt cx="9144000" cy="5143500"/>
            </a:xfrm>
          </p:grpSpPr>
          <p:sp>
            <p:nvSpPr>
              <p:cNvPr id="284" name="Google Shape;284;p44"/>
              <p:cNvSpPr/>
              <p:nvPr/>
            </p:nvSpPr>
            <p:spPr>
              <a:xfrm>
                <a:off x="0" y="100"/>
                <a:ext cx="9144000" cy="5143500"/>
              </a:xfrm>
              <a:prstGeom prst="snip1Rect">
                <a:avLst>
                  <a:gd fmla="val 40868"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a:ea typeface="Inter Tight"/>
                  <a:cs typeface="Inter Tight"/>
                  <a:sym typeface="Inter Tight"/>
                </a:endParaRPr>
              </a:p>
            </p:txBody>
          </p:sp>
          <p:sp>
            <p:nvSpPr>
              <p:cNvPr id="285" name="Google Shape;285;p44"/>
              <p:cNvSpPr/>
              <p:nvPr/>
            </p:nvSpPr>
            <p:spPr>
              <a:xfrm rot="10800000">
                <a:off x="7036475" y="1219850"/>
                <a:ext cx="2107500" cy="1861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a:ea typeface="Inter Tight"/>
                  <a:cs typeface="Inter Tight"/>
                  <a:sym typeface="Inter Tight"/>
                </a:endParaRPr>
              </a:p>
            </p:txBody>
          </p:sp>
        </p:grpSp>
        <p:sp>
          <p:nvSpPr>
            <p:cNvPr id="286" name="Google Shape;286;p44"/>
            <p:cNvSpPr/>
            <p:nvPr/>
          </p:nvSpPr>
          <p:spPr>
            <a:xfrm flipH="1" rot="4500068">
              <a:off x="7230762" y="-248045"/>
              <a:ext cx="1723726" cy="1714991"/>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287" name="Google Shape;287;p44"/>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88" name="Google Shape;288;p44"/>
          <p:cNvSpPr txBox="1"/>
          <p:nvPr>
            <p:ph type="title"/>
          </p:nvPr>
        </p:nvSpPr>
        <p:spPr>
          <a:xfrm>
            <a:off x="2479675" y="1637413"/>
            <a:ext cx="4184700" cy="5727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89" name="Google Shape;289;p44"/>
          <p:cNvSpPr txBox="1"/>
          <p:nvPr>
            <p:ph idx="1" type="body"/>
          </p:nvPr>
        </p:nvSpPr>
        <p:spPr>
          <a:xfrm>
            <a:off x="2479675" y="2291377"/>
            <a:ext cx="4184700" cy="22881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Clr>
                <a:schemeClr val="lt1"/>
              </a:buClr>
              <a:buSzPts val="1700"/>
              <a:buChar char="●"/>
              <a:defRPr>
                <a:solidFill>
                  <a:schemeClr val="lt1"/>
                </a:solidFill>
              </a:defRPr>
            </a:lvl1pPr>
            <a:lvl2pPr indent="-336550" lvl="1" marL="914400">
              <a:spcBef>
                <a:spcPts val="0"/>
              </a:spcBef>
              <a:spcAft>
                <a:spcPts val="0"/>
              </a:spcAft>
              <a:buClr>
                <a:schemeClr val="lt1"/>
              </a:buClr>
              <a:buSzPts val="1700"/>
              <a:buChar char="○"/>
              <a:defRPr>
                <a:solidFill>
                  <a:schemeClr val="lt1"/>
                </a:solidFill>
              </a:defRPr>
            </a:lvl2pPr>
            <a:lvl3pPr indent="-336550" lvl="2" marL="1371600">
              <a:spcBef>
                <a:spcPts val="0"/>
              </a:spcBef>
              <a:spcAft>
                <a:spcPts val="0"/>
              </a:spcAft>
              <a:buClr>
                <a:schemeClr val="lt1"/>
              </a:buClr>
              <a:buSzPts val="1700"/>
              <a:buChar char="■"/>
              <a:defRPr>
                <a:solidFill>
                  <a:schemeClr val="lt1"/>
                </a:solidFill>
              </a:defRPr>
            </a:lvl3pPr>
            <a:lvl4pPr indent="-336550" lvl="3" marL="1828800">
              <a:spcBef>
                <a:spcPts val="0"/>
              </a:spcBef>
              <a:spcAft>
                <a:spcPts val="0"/>
              </a:spcAft>
              <a:buClr>
                <a:schemeClr val="lt1"/>
              </a:buClr>
              <a:buSzPts val="1700"/>
              <a:buChar char="●"/>
              <a:defRPr>
                <a:solidFill>
                  <a:schemeClr val="lt1"/>
                </a:solidFill>
              </a:defRPr>
            </a:lvl4pPr>
            <a:lvl5pPr indent="-336550" lvl="4" marL="2286000">
              <a:spcBef>
                <a:spcPts val="0"/>
              </a:spcBef>
              <a:spcAft>
                <a:spcPts val="0"/>
              </a:spcAft>
              <a:buClr>
                <a:schemeClr val="lt1"/>
              </a:buClr>
              <a:buSzPts val="1700"/>
              <a:buChar char="○"/>
              <a:defRPr>
                <a:solidFill>
                  <a:schemeClr val="lt1"/>
                </a:solidFill>
              </a:defRPr>
            </a:lvl5pPr>
            <a:lvl6pPr indent="-336550" lvl="5" marL="2743200">
              <a:spcBef>
                <a:spcPts val="0"/>
              </a:spcBef>
              <a:spcAft>
                <a:spcPts val="0"/>
              </a:spcAft>
              <a:buClr>
                <a:schemeClr val="lt1"/>
              </a:buClr>
              <a:buSzPts val="1700"/>
              <a:buChar char="■"/>
              <a:defRPr>
                <a:solidFill>
                  <a:schemeClr val="lt1"/>
                </a:solidFill>
              </a:defRPr>
            </a:lvl6pPr>
            <a:lvl7pPr indent="-336550" lvl="6" marL="3200400">
              <a:spcBef>
                <a:spcPts val="0"/>
              </a:spcBef>
              <a:spcAft>
                <a:spcPts val="0"/>
              </a:spcAft>
              <a:buClr>
                <a:schemeClr val="lt1"/>
              </a:buClr>
              <a:buSzPts val="1700"/>
              <a:buChar char="●"/>
              <a:defRPr>
                <a:solidFill>
                  <a:schemeClr val="lt1"/>
                </a:solidFill>
              </a:defRPr>
            </a:lvl7pPr>
            <a:lvl8pPr indent="-336550" lvl="7" marL="3657600">
              <a:spcBef>
                <a:spcPts val="0"/>
              </a:spcBef>
              <a:spcAft>
                <a:spcPts val="0"/>
              </a:spcAft>
              <a:buClr>
                <a:schemeClr val="lt1"/>
              </a:buClr>
              <a:buSzPts val="1700"/>
              <a:buChar char="○"/>
              <a:defRPr>
                <a:solidFill>
                  <a:schemeClr val="lt1"/>
                </a:solidFill>
              </a:defRPr>
            </a:lvl8pPr>
            <a:lvl9pPr indent="-336550" lvl="8" marL="4114800">
              <a:spcBef>
                <a:spcPts val="0"/>
              </a:spcBef>
              <a:spcAft>
                <a:spcPts val="0"/>
              </a:spcAft>
              <a:buClr>
                <a:schemeClr val="lt1"/>
              </a:buClr>
              <a:buSzPts val="1700"/>
              <a:buChar char="■"/>
              <a:defRPr>
                <a:solidFill>
                  <a:schemeClr val="lt1"/>
                </a:solidFill>
              </a:defRPr>
            </a:lvl9pPr>
          </a:lstStyle>
          <a:p/>
        </p:txBody>
      </p:sp>
      <p:sp>
        <p:nvSpPr>
          <p:cNvPr id="290" name="Google Shape;290;p44"/>
          <p:cNvSpPr txBox="1"/>
          <p:nvPr>
            <p:ph idx="2"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291" name="Google Shape;291;p44"/>
          <p:cNvSpPr txBox="1"/>
          <p:nvPr>
            <p:ph idx="3"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dy and image 2">
  <p:cSld name="MAIN_POINT">
    <p:bg>
      <p:bgPr>
        <a:solidFill>
          <a:schemeClr val="lt1"/>
        </a:solidFill>
      </p:bgPr>
    </p:bg>
    <p:spTree>
      <p:nvGrpSpPr>
        <p:cNvPr id="292" name="Shape 292"/>
        <p:cNvGrpSpPr/>
        <p:nvPr/>
      </p:nvGrpSpPr>
      <p:grpSpPr>
        <a:xfrm>
          <a:off x="0" y="0"/>
          <a:ext cx="0" cy="0"/>
          <a:chOff x="0" y="0"/>
          <a:chExt cx="0" cy="0"/>
        </a:xfrm>
      </p:grpSpPr>
      <p:sp>
        <p:nvSpPr>
          <p:cNvPr id="293" name="Google Shape;293;p45"/>
          <p:cNvSpPr/>
          <p:nvPr>
            <p:ph idx="2" type="pic"/>
          </p:nvPr>
        </p:nvSpPr>
        <p:spPr>
          <a:xfrm rot="300107">
            <a:off x="4903200" y="846465"/>
            <a:ext cx="3950142" cy="3456249"/>
          </a:xfrm>
          <a:prstGeom prst="snip1Rect">
            <a:avLst>
              <a:gd fmla="val 16667" name="adj"/>
            </a:avLst>
          </a:prstGeom>
          <a:noFill/>
          <a:ln>
            <a:noFill/>
          </a:ln>
        </p:spPr>
      </p:sp>
      <p:sp>
        <p:nvSpPr>
          <p:cNvPr id="294" name="Google Shape;294;p45"/>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95" name="Google Shape;295;p45"/>
          <p:cNvSpPr txBox="1"/>
          <p:nvPr>
            <p:ph type="title"/>
          </p:nvPr>
        </p:nvSpPr>
        <p:spPr>
          <a:xfrm>
            <a:off x="333925" y="1249533"/>
            <a:ext cx="3662100" cy="960600"/>
          </a:xfrm>
          <a:prstGeom prst="rect">
            <a:avLst/>
          </a:prstGeom>
        </p:spPr>
        <p:txBody>
          <a:bodyPr anchorCtr="0" anchor="b"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96" name="Google Shape;296;p45"/>
          <p:cNvSpPr txBox="1"/>
          <p:nvPr>
            <p:ph idx="1" type="body"/>
          </p:nvPr>
        </p:nvSpPr>
        <p:spPr>
          <a:xfrm>
            <a:off x="333925" y="2291390"/>
            <a:ext cx="3662100" cy="14931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297" name="Google Shape;297;p45"/>
          <p:cNvSpPr txBox="1"/>
          <p:nvPr>
            <p:ph idx="3"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298" name="Google Shape;298;p45"/>
          <p:cNvSpPr txBox="1"/>
          <p:nvPr>
            <p:ph idx="4"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dy and image 3">
  <p:cSld name="MAIN_POINT_1">
    <p:bg>
      <p:bgPr>
        <a:solidFill>
          <a:schemeClr val="lt1"/>
        </a:solidFill>
      </p:bgPr>
    </p:bg>
    <p:spTree>
      <p:nvGrpSpPr>
        <p:cNvPr id="299" name="Shape 299"/>
        <p:cNvGrpSpPr/>
        <p:nvPr/>
      </p:nvGrpSpPr>
      <p:grpSpPr>
        <a:xfrm>
          <a:off x="0" y="0"/>
          <a:ext cx="0" cy="0"/>
          <a:chOff x="0" y="0"/>
          <a:chExt cx="0" cy="0"/>
        </a:xfrm>
      </p:grpSpPr>
      <p:sp>
        <p:nvSpPr>
          <p:cNvPr id="300" name="Google Shape;300;p46"/>
          <p:cNvSpPr/>
          <p:nvPr>
            <p:ph idx="2" type="pic"/>
          </p:nvPr>
        </p:nvSpPr>
        <p:spPr>
          <a:xfrm rot="-300067">
            <a:off x="550589" y="883785"/>
            <a:ext cx="3630622" cy="3658027"/>
          </a:xfrm>
          <a:prstGeom prst="snip1Rect">
            <a:avLst>
              <a:gd fmla="val 16667" name="adj"/>
            </a:avLst>
          </a:prstGeom>
          <a:noFill/>
          <a:ln>
            <a:noFill/>
          </a:ln>
        </p:spPr>
      </p:sp>
      <p:sp>
        <p:nvSpPr>
          <p:cNvPr id="301" name="Google Shape;301;p46"/>
          <p:cNvSpPr txBox="1"/>
          <p:nvPr>
            <p:ph idx="12" type="sldNum"/>
          </p:nvPr>
        </p:nvSpPr>
        <p:spPr>
          <a:xfrm>
            <a:off x="8318025" y="205550"/>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46"/>
          <p:cNvSpPr txBox="1"/>
          <p:nvPr>
            <p:ph type="title"/>
          </p:nvPr>
        </p:nvSpPr>
        <p:spPr>
          <a:xfrm>
            <a:off x="5204625" y="1249533"/>
            <a:ext cx="3662100" cy="960600"/>
          </a:xfrm>
          <a:prstGeom prst="rect">
            <a:avLst/>
          </a:prstGeom>
        </p:spPr>
        <p:txBody>
          <a:bodyPr anchorCtr="0" anchor="b"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03" name="Google Shape;303;p46"/>
          <p:cNvSpPr txBox="1"/>
          <p:nvPr>
            <p:ph idx="1" type="body"/>
          </p:nvPr>
        </p:nvSpPr>
        <p:spPr>
          <a:xfrm>
            <a:off x="5204625" y="2291390"/>
            <a:ext cx="3662100" cy="1493100"/>
          </a:xfrm>
          <a:prstGeom prst="rect">
            <a:avLst/>
          </a:prstGeom>
        </p:spPr>
        <p:txBody>
          <a:bodyPr anchorCtr="0" anchor="t" bIns="91425" lIns="91425" spcFirstLastPara="1" rIns="91425" wrap="square" tIns="91425">
            <a:spAutoFit/>
          </a:bodyPr>
          <a:lstStyle>
            <a:lvl1pPr indent="-336550" lvl="0" marL="457200">
              <a:spcBef>
                <a:spcPts val="0"/>
              </a:spcBef>
              <a:spcAft>
                <a:spcPts val="0"/>
              </a:spcAft>
              <a:buSzPts val="1700"/>
              <a:buChar char="●"/>
              <a:defRPr/>
            </a:lvl1pPr>
            <a:lvl2pPr indent="-336550" lvl="1" marL="914400">
              <a:spcBef>
                <a:spcPts val="0"/>
              </a:spcBef>
              <a:spcAft>
                <a:spcPts val="0"/>
              </a:spcAft>
              <a:buSzPts val="1700"/>
              <a:buChar char="○"/>
              <a:defRPr/>
            </a:lvl2pPr>
            <a:lvl3pPr indent="-336550" lvl="2" marL="1371600">
              <a:spcBef>
                <a:spcPts val="0"/>
              </a:spcBef>
              <a:spcAft>
                <a:spcPts val="0"/>
              </a:spcAft>
              <a:buSzPts val="1700"/>
              <a:buChar char="■"/>
              <a:defRPr/>
            </a:lvl3pPr>
            <a:lvl4pPr indent="-336550" lvl="3" marL="1828800">
              <a:spcBef>
                <a:spcPts val="0"/>
              </a:spcBef>
              <a:spcAft>
                <a:spcPts val="0"/>
              </a:spcAft>
              <a:buSzPts val="1700"/>
              <a:buChar char="●"/>
              <a:defRPr/>
            </a:lvl4pPr>
            <a:lvl5pPr indent="-336550" lvl="4" marL="2286000">
              <a:spcBef>
                <a:spcPts val="0"/>
              </a:spcBef>
              <a:spcAft>
                <a:spcPts val="0"/>
              </a:spcAft>
              <a:buSzPts val="1700"/>
              <a:buChar char="○"/>
              <a:defRPr/>
            </a:lvl5pPr>
            <a:lvl6pPr indent="-336550" lvl="5" marL="2743200">
              <a:spcBef>
                <a:spcPts val="0"/>
              </a:spcBef>
              <a:spcAft>
                <a:spcPts val="0"/>
              </a:spcAft>
              <a:buSzPts val="1700"/>
              <a:buChar char="■"/>
              <a:defRPr/>
            </a:lvl6pPr>
            <a:lvl7pPr indent="-336550" lvl="6" marL="3200400">
              <a:spcBef>
                <a:spcPts val="0"/>
              </a:spcBef>
              <a:spcAft>
                <a:spcPts val="0"/>
              </a:spcAft>
              <a:buSzPts val="1700"/>
              <a:buChar char="●"/>
              <a:defRPr/>
            </a:lvl7pPr>
            <a:lvl8pPr indent="-336550" lvl="7" marL="3657600">
              <a:spcBef>
                <a:spcPts val="0"/>
              </a:spcBef>
              <a:spcAft>
                <a:spcPts val="0"/>
              </a:spcAft>
              <a:buSzPts val="1700"/>
              <a:buChar char="○"/>
              <a:defRPr/>
            </a:lvl8pPr>
            <a:lvl9pPr indent="-336550" lvl="8" marL="4114800">
              <a:spcBef>
                <a:spcPts val="0"/>
              </a:spcBef>
              <a:spcAft>
                <a:spcPts val="0"/>
              </a:spcAft>
              <a:buSzPts val="1700"/>
              <a:buChar char="■"/>
              <a:defRPr/>
            </a:lvl9pPr>
          </a:lstStyle>
          <a:p/>
        </p:txBody>
      </p:sp>
      <p:sp>
        <p:nvSpPr>
          <p:cNvPr id="304" name="Google Shape;304;p46"/>
          <p:cNvSpPr txBox="1"/>
          <p:nvPr>
            <p:ph idx="3"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305" name="Google Shape;305;p46"/>
          <p:cNvSpPr txBox="1"/>
          <p:nvPr>
            <p:ph idx="4"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descriptions">
  <p:cSld name="SECTION_TITLE_AND_DESCRIPTION">
    <p:bg>
      <p:bgPr>
        <a:solidFill>
          <a:schemeClr val="lt1"/>
        </a:solidFill>
      </p:bgPr>
    </p:bg>
    <p:spTree>
      <p:nvGrpSpPr>
        <p:cNvPr id="306" name="Shape 306"/>
        <p:cNvGrpSpPr/>
        <p:nvPr/>
      </p:nvGrpSpPr>
      <p:grpSpPr>
        <a:xfrm>
          <a:off x="0" y="0"/>
          <a:ext cx="0" cy="0"/>
          <a:chOff x="0" y="0"/>
          <a:chExt cx="0" cy="0"/>
        </a:xfrm>
      </p:grpSpPr>
      <p:sp>
        <p:nvSpPr>
          <p:cNvPr id="307" name="Google Shape;307;p47"/>
          <p:cNvSpPr/>
          <p:nvPr>
            <p:ph idx="2" type="pic"/>
          </p:nvPr>
        </p:nvSpPr>
        <p:spPr>
          <a:xfrm>
            <a:off x="3544863" y="1543050"/>
            <a:ext cx="2057400" cy="2057400"/>
          </a:xfrm>
          <a:prstGeom prst="snip1Rect">
            <a:avLst>
              <a:gd fmla="val 24426" name="adj"/>
            </a:avLst>
          </a:prstGeom>
          <a:noFill/>
          <a:ln>
            <a:noFill/>
          </a:ln>
        </p:spPr>
      </p:sp>
      <p:sp>
        <p:nvSpPr>
          <p:cNvPr id="308" name="Google Shape;308;p47"/>
          <p:cNvSpPr/>
          <p:nvPr>
            <p:ph idx="3" type="pic"/>
          </p:nvPr>
        </p:nvSpPr>
        <p:spPr>
          <a:xfrm>
            <a:off x="6658538" y="1543050"/>
            <a:ext cx="2057400" cy="2057400"/>
          </a:xfrm>
          <a:prstGeom prst="snip1Rect">
            <a:avLst>
              <a:gd fmla="val 24426" name="adj"/>
            </a:avLst>
          </a:prstGeom>
          <a:noFill/>
          <a:ln>
            <a:noFill/>
          </a:ln>
        </p:spPr>
      </p:sp>
      <p:sp>
        <p:nvSpPr>
          <p:cNvPr id="309" name="Google Shape;309;p47"/>
          <p:cNvSpPr/>
          <p:nvPr>
            <p:ph idx="4" type="pic"/>
          </p:nvPr>
        </p:nvSpPr>
        <p:spPr>
          <a:xfrm>
            <a:off x="431200" y="1543050"/>
            <a:ext cx="2057400" cy="2057400"/>
          </a:xfrm>
          <a:prstGeom prst="snip1Rect">
            <a:avLst>
              <a:gd fmla="val 24426" name="adj"/>
            </a:avLst>
          </a:prstGeom>
          <a:noFill/>
          <a:ln>
            <a:noFill/>
          </a:ln>
        </p:spPr>
      </p:sp>
      <p:sp>
        <p:nvSpPr>
          <p:cNvPr id="310" name="Google Shape;310;p47"/>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11" name="Google Shape;311;p47"/>
          <p:cNvSpPr txBox="1"/>
          <p:nvPr>
            <p:ph type="title"/>
          </p:nvPr>
        </p:nvSpPr>
        <p:spPr>
          <a:xfrm>
            <a:off x="333925" y="587150"/>
            <a:ext cx="84756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2" name="Google Shape;312;p47"/>
          <p:cNvSpPr txBox="1"/>
          <p:nvPr>
            <p:ph idx="1" type="subTitle"/>
          </p:nvPr>
        </p:nvSpPr>
        <p:spPr>
          <a:xfrm>
            <a:off x="381100" y="3676650"/>
            <a:ext cx="21075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313" name="Google Shape;313;p47"/>
          <p:cNvSpPr txBox="1"/>
          <p:nvPr>
            <p:ph idx="5" type="subTitle"/>
          </p:nvPr>
        </p:nvSpPr>
        <p:spPr>
          <a:xfrm>
            <a:off x="3494775" y="3676650"/>
            <a:ext cx="21075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314" name="Google Shape;314;p47"/>
          <p:cNvSpPr txBox="1"/>
          <p:nvPr>
            <p:ph idx="6" type="subTitle"/>
          </p:nvPr>
        </p:nvSpPr>
        <p:spPr>
          <a:xfrm>
            <a:off x="6608438" y="3676650"/>
            <a:ext cx="2107500" cy="354000"/>
          </a:xfrm>
          <a:prstGeom prst="rect">
            <a:avLst/>
          </a:prstGeom>
        </p:spPr>
        <p:txBody>
          <a:bodyPr anchorCtr="0" anchor="t" bIns="91425" lIns="91425" spcFirstLastPara="1" rIns="91425" wrap="square" tIns="91425">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p:txBody>
      </p:sp>
      <p:sp>
        <p:nvSpPr>
          <p:cNvPr id="315" name="Google Shape;315;p47"/>
          <p:cNvSpPr txBox="1"/>
          <p:nvPr>
            <p:ph idx="7"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316" name="Google Shape;316;p47"/>
          <p:cNvSpPr txBox="1"/>
          <p:nvPr>
            <p:ph idx="8"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wo column bullet points">
  <p:cSld name="CAPTION_ONLY">
    <p:bg>
      <p:bgPr>
        <a:solidFill>
          <a:schemeClr val="lt1"/>
        </a:solidFill>
      </p:bgPr>
    </p:bg>
    <p:spTree>
      <p:nvGrpSpPr>
        <p:cNvPr id="317" name="Shape 317"/>
        <p:cNvGrpSpPr/>
        <p:nvPr/>
      </p:nvGrpSpPr>
      <p:grpSpPr>
        <a:xfrm>
          <a:off x="0" y="0"/>
          <a:ext cx="0" cy="0"/>
          <a:chOff x="0" y="0"/>
          <a:chExt cx="0" cy="0"/>
        </a:xfrm>
      </p:grpSpPr>
      <p:grpSp>
        <p:nvGrpSpPr>
          <p:cNvPr id="318" name="Google Shape;318;p48"/>
          <p:cNvGrpSpPr/>
          <p:nvPr/>
        </p:nvGrpSpPr>
        <p:grpSpPr>
          <a:xfrm>
            <a:off x="0" y="-444900"/>
            <a:ext cx="9144000" cy="5588500"/>
            <a:chOff x="0" y="-444900"/>
            <a:chExt cx="9144000" cy="5588500"/>
          </a:xfrm>
        </p:grpSpPr>
        <p:grpSp>
          <p:nvGrpSpPr>
            <p:cNvPr id="319" name="Google Shape;319;p48"/>
            <p:cNvGrpSpPr/>
            <p:nvPr/>
          </p:nvGrpSpPr>
          <p:grpSpPr>
            <a:xfrm>
              <a:off x="0" y="100"/>
              <a:ext cx="9144000" cy="5143500"/>
              <a:chOff x="0" y="100"/>
              <a:chExt cx="9144000" cy="5143500"/>
            </a:xfrm>
          </p:grpSpPr>
          <p:sp>
            <p:nvSpPr>
              <p:cNvPr id="320" name="Google Shape;320;p48"/>
              <p:cNvSpPr/>
              <p:nvPr/>
            </p:nvSpPr>
            <p:spPr>
              <a:xfrm>
                <a:off x="0" y="100"/>
                <a:ext cx="9144000" cy="5143500"/>
              </a:xfrm>
              <a:prstGeom prst="snip1Rect">
                <a:avLst>
                  <a:gd fmla="val 40868" name="adj"/>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sp>
            <p:nvSpPr>
              <p:cNvPr id="321" name="Google Shape;321;p48"/>
              <p:cNvSpPr/>
              <p:nvPr/>
            </p:nvSpPr>
            <p:spPr>
              <a:xfrm rot="10800000">
                <a:off x="7036475" y="1219850"/>
                <a:ext cx="2107500" cy="18615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grpSp>
        <p:sp>
          <p:nvSpPr>
            <p:cNvPr id="322" name="Google Shape;322;p48"/>
            <p:cNvSpPr/>
            <p:nvPr/>
          </p:nvSpPr>
          <p:spPr>
            <a:xfrm flipH="1" rot="4500068">
              <a:off x="7230762" y="-248045"/>
              <a:ext cx="1723726" cy="1714991"/>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323" name="Google Shape;323;p48"/>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24" name="Google Shape;324;p48"/>
          <p:cNvSpPr txBox="1"/>
          <p:nvPr>
            <p:ph type="title"/>
          </p:nvPr>
        </p:nvSpPr>
        <p:spPr>
          <a:xfrm>
            <a:off x="333925" y="1249513"/>
            <a:ext cx="3662100" cy="9606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25" name="Google Shape;325;p48"/>
          <p:cNvSpPr txBox="1"/>
          <p:nvPr>
            <p:ph idx="1" type="body"/>
          </p:nvPr>
        </p:nvSpPr>
        <p:spPr>
          <a:xfrm>
            <a:off x="333925" y="2291377"/>
            <a:ext cx="3662100" cy="20283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
        <p:nvSpPr>
          <p:cNvPr id="326" name="Google Shape;326;p48"/>
          <p:cNvSpPr txBox="1"/>
          <p:nvPr>
            <p:ph idx="2" type="body"/>
          </p:nvPr>
        </p:nvSpPr>
        <p:spPr>
          <a:xfrm>
            <a:off x="4595076" y="2291377"/>
            <a:ext cx="3662100" cy="20283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
        <p:nvSpPr>
          <p:cNvPr id="327" name="Google Shape;327;p48"/>
          <p:cNvSpPr txBox="1"/>
          <p:nvPr>
            <p:ph idx="3"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328" name="Google Shape;328;p48"/>
          <p:cNvSpPr txBox="1"/>
          <p:nvPr>
            <p:ph idx="4"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eck for understanding">
  <p:cSld name="CAPTION_ONLY_1">
    <p:bg>
      <p:bgPr>
        <a:solidFill>
          <a:schemeClr val="lt1"/>
        </a:solidFill>
      </p:bgPr>
    </p:bg>
    <p:spTree>
      <p:nvGrpSpPr>
        <p:cNvPr id="329" name="Shape 329"/>
        <p:cNvGrpSpPr/>
        <p:nvPr/>
      </p:nvGrpSpPr>
      <p:grpSpPr>
        <a:xfrm>
          <a:off x="0" y="0"/>
          <a:ext cx="0" cy="0"/>
          <a:chOff x="0" y="0"/>
          <a:chExt cx="0" cy="0"/>
        </a:xfrm>
      </p:grpSpPr>
      <p:grpSp>
        <p:nvGrpSpPr>
          <p:cNvPr id="330" name="Google Shape;330;p49"/>
          <p:cNvGrpSpPr/>
          <p:nvPr/>
        </p:nvGrpSpPr>
        <p:grpSpPr>
          <a:xfrm>
            <a:off x="0" y="-444900"/>
            <a:ext cx="9144000" cy="5588500"/>
            <a:chOff x="0" y="-444900"/>
            <a:chExt cx="9144000" cy="5588500"/>
          </a:xfrm>
        </p:grpSpPr>
        <p:sp>
          <p:nvSpPr>
            <p:cNvPr id="331" name="Google Shape;331;p49"/>
            <p:cNvSpPr/>
            <p:nvPr/>
          </p:nvSpPr>
          <p:spPr>
            <a:xfrm>
              <a:off x="0" y="100"/>
              <a:ext cx="9144000" cy="5143500"/>
            </a:xfrm>
            <a:prstGeom prst="snip1Rect">
              <a:avLst>
                <a:gd fmla="val 40868"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sp>
          <p:nvSpPr>
            <p:cNvPr id="332" name="Google Shape;332;p49"/>
            <p:cNvSpPr/>
            <p:nvPr/>
          </p:nvSpPr>
          <p:spPr>
            <a:xfrm rot="10800000">
              <a:off x="7036475" y="1219850"/>
              <a:ext cx="2107500" cy="1861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2"/>
                </a:solidFill>
                <a:latin typeface="Inter Tight"/>
                <a:ea typeface="Inter Tight"/>
                <a:cs typeface="Inter Tight"/>
                <a:sym typeface="Inter Tight"/>
              </a:endParaRPr>
            </a:p>
          </p:txBody>
        </p:sp>
        <p:sp>
          <p:nvSpPr>
            <p:cNvPr id="333" name="Google Shape;333;p49"/>
            <p:cNvSpPr/>
            <p:nvPr/>
          </p:nvSpPr>
          <p:spPr>
            <a:xfrm flipH="1" rot="4500068">
              <a:off x="7230762" y="-248045"/>
              <a:ext cx="1723726" cy="1714991"/>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334" name="Google Shape;334;p49"/>
          <p:cNvSpPr txBox="1"/>
          <p:nvPr>
            <p:ph idx="1" type="body"/>
          </p:nvPr>
        </p:nvSpPr>
        <p:spPr>
          <a:xfrm>
            <a:off x="333925" y="3630575"/>
            <a:ext cx="6790800" cy="4464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
        <p:nvSpPr>
          <p:cNvPr id="335" name="Google Shape;335;p49"/>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49"/>
          <p:cNvSpPr txBox="1"/>
          <p:nvPr>
            <p:ph type="title"/>
          </p:nvPr>
        </p:nvSpPr>
        <p:spPr>
          <a:xfrm>
            <a:off x="333925" y="1249513"/>
            <a:ext cx="3662100" cy="9606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37" name="Google Shape;337;p49"/>
          <p:cNvSpPr txBox="1"/>
          <p:nvPr>
            <p:ph idx="2"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338" name="Google Shape;338;p49"/>
          <p:cNvSpPr txBox="1"/>
          <p:nvPr>
            <p:ph idx="3"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339" name="Google Shape;339;p49"/>
          <p:cNvSpPr txBox="1"/>
          <p:nvPr>
            <p:ph idx="4" type="body"/>
          </p:nvPr>
        </p:nvSpPr>
        <p:spPr>
          <a:xfrm>
            <a:off x="333925" y="3184176"/>
            <a:ext cx="6790800" cy="4464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
        <p:nvSpPr>
          <p:cNvPr id="340" name="Google Shape;340;p49"/>
          <p:cNvSpPr txBox="1"/>
          <p:nvPr>
            <p:ph idx="5" type="body"/>
          </p:nvPr>
        </p:nvSpPr>
        <p:spPr>
          <a:xfrm>
            <a:off x="333925" y="2737776"/>
            <a:ext cx="6790800" cy="4464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
        <p:nvSpPr>
          <p:cNvPr id="341" name="Google Shape;341;p49"/>
          <p:cNvSpPr txBox="1"/>
          <p:nvPr>
            <p:ph idx="6" type="body"/>
          </p:nvPr>
        </p:nvSpPr>
        <p:spPr>
          <a:xfrm>
            <a:off x="333925" y="2291377"/>
            <a:ext cx="6790800" cy="446400"/>
          </a:xfrm>
          <a:prstGeom prst="rect">
            <a:avLst/>
          </a:prstGeom>
        </p:spPr>
        <p:txBody>
          <a:bodyPr anchorCtr="0" anchor="t" bIns="91425" lIns="91425" spcFirstLastPara="1" rIns="91425" wrap="square" tIns="91425">
            <a:spAutoFit/>
          </a:bodyPr>
          <a:lstStyle>
            <a:lvl1pPr indent="-336550" lvl="0" marL="457200">
              <a:lnSpc>
                <a:spcPct val="115000"/>
              </a:lnSpc>
              <a:spcBef>
                <a:spcPts val="0"/>
              </a:spcBef>
              <a:spcAft>
                <a:spcPts val="0"/>
              </a:spcAft>
              <a:buClr>
                <a:schemeClr val="lt1"/>
              </a:buClr>
              <a:buSzPts val="1700"/>
              <a:buChar char="●"/>
              <a:defRPr>
                <a:solidFill>
                  <a:schemeClr val="lt1"/>
                </a:solidFill>
              </a:defRPr>
            </a:lvl1pPr>
            <a:lvl2pPr indent="-336550" lvl="1" marL="914400">
              <a:lnSpc>
                <a:spcPct val="115000"/>
              </a:lnSpc>
              <a:spcBef>
                <a:spcPts val="0"/>
              </a:spcBef>
              <a:spcAft>
                <a:spcPts val="0"/>
              </a:spcAft>
              <a:buClr>
                <a:schemeClr val="lt1"/>
              </a:buClr>
              <a:buSzPts val="1700"/>
              <a:buChar char="○"/>
              <a:defRPr>
                <a:solidFill>
                  <a:schemeClr val="lt1"/>
                </a:solidFill>
              </a:defRPr>
            </a:lvl2pPr>
            <a:lvl3pPr indent="-336550" lvl="2" marL="1371600">
              <a:lnSpc>
                <a:spcPct val="115000"/>
              </a:lnSpc>
              <a:spcBef>
                <a:spcPts val="0"/>
              </a:spcBef>
              <a:spcAft>
                <a:spcPts val="0"/>
              </a:spcAft>
              <a:buClr>
                <a:schemeClr val="lt1"/>
              </a:buClr>
              <a:buSzPts val="1700"/>
              <a:buChar char="■"/>
              <a:defRPr>
                <a:solidFill>
                  <a:schemeClr val="lt1"/>
                </a:solidFill>
              </a:defRPr>
            </a:lvl3pPr>
            <a:lvl4pPr indent="-336550" lvl="3" marL="1828800">
              <a:lnSpc>
                <a:spcPct val="115000"/>
              </a:lnSpc>
              <a:spcBef>
                <a:spcPts val="0"/>
              </a:spcBef>
              <a:spcAft>
                <a:spcPts val="0"/>
              </a:spcAft>
              <a:buClr>
                <a:schemeClr val="lt1"/>
              </a:buClr>
              <a:buSzPts val="1700"/>
              <a:buChar char="●"/>
              <a:defRPr>
                <a:solidFill>
                  <a:schemeClr val="lt1"/>
                </a:solidFill>
              </a:defRPr>
            </a:lvl4pPr>
            <a:lvl5pPr indent="-336550" lvl="4" marL="2286000">
              <a:lnSpc>
                <a:spcPct val="115000"/>
              </a:lnSpc>
              <a:spcBef>
                <a:spcPts val="0"/>
              </a:spcBef>
              <a:spcAft>
                <a:spcPts val="0"/>
              </a:spcAft>
              <a:buClr>
                <a:schemeClr val="lt1"/>
              </a:buClr>
              <a:buSzPts val="1700"/>
              <a:buChar char="○"/>
              <a:defRPr>
                <a:solidFill>
                  <a:schemeClr val="lt1"/>
                </a:solidFill>
              </a:defRPr>
            </a:lvl5pPr>
            <a:lvl6pPr indent="-336550" lvl="5" marL="2743200">
              <a:lnSpc>
                <a:spcPct val="115000"/>
              </a:lnSpc>
              <a:spcBef>
                <a:spcPts val="0"/>
              </a:spcBef>
              <a:spcAft>
                <a:spcPts val="0"/>
              </a:spcAft>
              <a:buClr>
                <a:schemeClr val="lt1"/>
              </a:buClr>
              <a:buSzPts val="1700"/>
              <a:buChar char="■"/>
              <a:defRPr>
                <a:solidFill>
                  <a:schemeClr val="lt1"/>
                </a:solidFill>
              </a:defRPr>
            </a:lvl6pPr>
            <a:lvl7pPr indent="-336550" lvl="6" marL="3200400">
              <a:lnSpc>
                <a:spcPct val="115000"/>
              </a:lnSpc>
              <a:spcBef>
                <a:spcPts val="0"/>
              </a:spcBef>
              <a:spcAft>
                <a:spcPts val="0"/>
              </a:spcAft>
              <a:buClr>
                <a:schemeClr val="lt1"/>
              </a:buClr>
              <a:buSzPts val="1700"/>
              <a:buChar char="●"/>
              <a:defRPr>
                <a:solidFill>
                  <a:schemeClr val="lt1"/>
                </a:solidFill>
              </a:defRPr>
            </a:lvl7pPr>
            <a:lvl8pPr indent="-336550" lvl="7" marL="3657600">
              <a:lnSpc>
                <a:spcPct val="115000"/>
              </a:lnSpc>
              <a:spcBef>
                <a:spcPts val="0"/>
              </a:spcBef>
              <a:spcAft>
                <a:spcPts val="0"/>
              </a:spcAft>
              <a:buClr>
                <a:schemeClr val="lt1"/>
              </a:buClr>
              <a:buSzPts val="1700"/>
              <a:buChar char="○"/>
              <a:defRPr>
                <a:solidFill>
                  <a:schemeClr val="lt1"/>
                </a:solidFill>
              </a:defRPr>
            </a:lvl8pPr>
            <a:lvl9pPr indent="-336550" lvl="8" marL="4114800">
              <a:lnSpc>
                <a:spcPct val="115000"/>
              </a:lnSpc>
              <a:spcBef>
                <a:spcPts val="0"/>
              </a:spcBef>
              <a:spcAft>
                <a:spcPts val="0"/>
              </a:spcAft>
              <a:buClr>
                <a:schemeClr val="lt1"/>
              </a:buClr>
              <a:buSzPts val="1700"/>
              <a:buChar char="■"/>
              <a:defRPr>
                <a:solidFill>
                  <a:schemeClr val="lt1"/>
                </a:solidFill>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ype">
  <p:cSld name="BIG_NUMBER">
    <p:bg>
      <p:bgPr>
        <a:solidFill>
          <a:schemeClr val="lt2"/>
        </a:solidFill>
      </p:bgPr>
    </p:bg>
    <p:spTree>
      <p:nvGrpSpPr>
        <p:cNvPr id="342" name="Shape 342"/>
        <p:cNvGrpSpPr/>
        <p:nvPr/>
      </p:nvGrpSpPr>
      <p:grpSpPr>
        <a:xfrm>
          <a:off x="0" y="0"/>
          <a:ext cx="0" cy="0"/>
          <a:chOff x="0" y="0"/>
          <a:chExt cx="0" cy="0"/>
        </a:xfrm>
      </p:grpSpPr>
      <p:sp>
        <p:nvSpPr>
          <p:cNvPr id="343" name="Google Shape;343;p50"/>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50"/>
          <p:cNvSpPr txBox="1"/>
          <p:nvPr/>
        </p:nvSpPr>
        <p:spPr>
          <a:xfrm>
            <a:off x="2479675" y="2285400"/>
            <a:ext cx="4184700" cy="572700"/>
          </a:xfrm>
          <a:prstGeom prst="rect">
            <a:avLst/>
          </a:prstGeom>
          <a:noFill/>
          <a:ln>
            <a:noFill/>
          </a:ln>
        </p:spPr>
        <p:txBody>
          <a:bodyPr anchorCtr="0" anchor="b" bIns="91425" lIns="91425" spcFirstLastPara="1" rIns="91425" wrap="square" tIns="91425">
            <a:noAutofit/>
          </a:bodyPr>
          <a:lstStyle/>
          <a:p>
            <a:pPr indent="0" lvl="0" marL="0" rtl="0" algn="l">
              <a:lnSpc>
                <a:spcPct val="90000"/>
              </a:lnSpc>
              <a:spcBef>
                <a:spcPts val="0"/>
              </a:spcBef>
              <a:spcAft>
                <a:spcPts val="0"/>
              </a:spcAft>
              <a:buNone/>
            </a:pPr>
            <a:r>
              <a:rPr lang="en" sz="2800">
                <a:solidFill>
                  <a:schemeClr val="lt1"/>
                </a:solidFill>
                <a:latin typeface="Inter Tight SemiBold"/>
                <a:ea typeface="Inter Tight SemiBold"/>
                <a:cs typeface="Inter Tight SemiBold"/>
                <a:sym typeface="Inter Tight SemiBold"/>
              </a:rPr>
              <a:t>Questions?</a:t>
            </a:r>
            <a:endParaRPr sz="2800">
              <a:solidFill>
                <a:schemeClr val="lt1"/>
              </a:solidFill>
              <a:latin typeface="Inter Tight SemiBold"/>
              <a:ea typeface="Inter Tight SemiBold"/>
              <a:cs typeface="Inter Tight SemiBold"/>
              <a:sym typeface="Inter Tight SemiBold"/>
            </a:endParaRPr>
          </a:p>
        </p:txBody>
      </p:sp>
      <p:grpSp>
        <p:nvGrpSpPr>
          <p:cNvPr id="345" name="Google Shape;345;p50"/>
          <p:cNvGrpSpPr/>
          <p:nvPr/>
        </p:nvGrpSpPr>
        <p:grpSpPr>
          <a:xfrm rot="300150">
            <a:off x="1277165" y="536719"/>
            <a:ext cx="6594752" cy="4068617"/>
            <a:chOff x="1277284" y="536521"/>
            <a:chExt cx="6594691" cy="4068580"/>
          </a:xfrm>
        </p:grpSpPr>
        <p:grpSp>
          <p:nvGrpSpPr>
            <p:cNvPr id="346" name="Google Shape;346;p50"/>
            <p:cNvGrpSpPr/>
            <p:nvPr/>
          </p:nvGrpSpPr>
          <p:grpSpPr>
            <a:xfrm>
              <a:off x="1277284" y="891662"/>
              <a:ext cx="6594077" cy="3357715"/>
              <a:chOff x="1277284" y="891662"/>
              <a:chExt cx="6594077" cy="3357715"/>
            </a:xfrm>
          </p:grpSpPr>
          <p:sp>
            <p:nvSpPr>
              <p:cNvPr id="347" name="Google Shape;347;p50"/>
              <p:cNvSpPr/>
              <p:nvPr/>
            </p:nvSpPr>
            <p:spPr>
              <a:xfrm rot="-2190">
                <a:off x="6458566" y="1876325"/>
                <a:ext cx="1412700" cy="1390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a:ea typeface="Inter Tight"/>
                  <a:cs typeface="Inter Tight"/>
                  <a:sym typeface="Inter Tight"/>
                </a:endParaRPr>
              </a:p>
            </p:txBody>
          </p:sp>
          <p:sp>
            <p:nvSpPr>
              <p:cNvPr id="348" name="Google Shape;348;p50"/>
              <p:cNvSpPr/>
              <p:nvPr/>
            </p:nvSpPr>
            <p:spPr>
              <a:xfrm flipH="1" rot="-2453">
                <a:off x="1277283" y="893727"/>
                <a:ext cx="4625401" cy="3354000"/>
              </a:xfrm>
              <a:prstGeom prst="snip1Rect">
                <a:avLst>
                  <a:gd fmla="val 49693"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SemiBold"/>
                  <a:ea typeface="Inter Tight SemiBold"/>
                  <a:cs typeface="Inter Tight SemiBold"/>
                  <a:sym typeface="Inter Tight SemiBold"/>
                </a:endParaRPr>
              </a:p>
            </p:txBody>
          </p:sp>
          <p:sp>
            <p:nvSpPr>
              <p:cNvPr id="349" name="Google Shape;349;p50"/>
              <p:cNvSpPr/>
              <p:nvPr/>
            </p:nvSpPr>
            <p:spPr>
              <a:xfrm flipH="1" rot="10797547">
                <a:off x="3245660" y="893312"/>
                <a:ext cx="4625701" cy="3354000"/>
              </a:xfrm>
              <a:prstGeom prst="snip1Rect">
                <a:avLst>
                  <a:gd fmla="val 49663"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SemiBold"/>
                  <a:ea typeface="Inter Tight SemiBold"/>
                  <a:cs typeface="Inter Tight SemiBold"/>
                  <a:sym typeface="Inter Tight SemiBold"/>
                </a:endParaRPr>
              </a:p>
            </p:txBody>
          </p:sp>
          <p:sp>
            <p:nvSpPr>
              <p:cNvPr id="350" name="Google Shape;350;p50"/>
              <p:cNvSpPr/>
              <p:nvPr/>
            </p:nvSpPr>
            <p:spPr>
              <a:xfrm rot="-2190">
                <a:off x="1277395" y="1877958"/>
                <a:ext cx="1412700" cy="1390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ter Tight"/>
                  <a:ea typeface="Inter Tight"/>
                  <a:cs typeface="Inter Tight"/>
                  <a:sym typeface="Inter Tight"/>
                </a:endParaRPr>
              </a:p>
            </p:txBody>
          </p:sp>
        </p:grpSp>
        <p:sp>
          <p:nvSpPr>
            <p:cNvPr id="351" name="Google Shape;351;p50"/>
            <p:cNvSpPr/>
            <p:nvPr/>
          </p:nvSpPr>
          <p:spPr>
            <a:xfrm rot="-4517241">
              <a:off x="1416960" y="705331"/>
              <a:ext cx="1386770" cy="136158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SemiBold"/>
                <a:ea typeface="Inter Tight SemiBold"/>
                <a:cs typeface="Inter Tight SemiBold"/>
                <a:sym typeface="Inter Tight SemiBold"/>
              </a:endParaRPr>
            </a:p>
          </p:txBody>
        </p:sp>
        <p:sp>
          <p:nvSpPr>
            <p:cNvPr id="352" name="Google Shape;352;p50"/>
            <p:cNvSpPr/>
            <p:nvPr/>
          </p:nvSpPr>
          <p:spPr>
            <a:xfrm rot="6281922">
              <a:off x="6346470" y="3074659"/>
              <a:ext cx="1384510" cy="1363185"/>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Inter Tight SemiBold"/>
                <a:ea typeface="Inter Tight SemiBold"/>
                <a:cs typeface="Inter Tight SemiBold"/>
                <a:sym typeface="Inter Tight SemiBold"/>
              </a:endParaRPr>
            </a:p>
          </p:txBody>
        </p:sp>
      </p:grpSp>
      <p:sp>
        <p:nvSpPr>
          <p:cNvPr id="353" name="Google Shape;353;p50"/>
          <p:cNvSpPr txBox="1"/>
          <p:nvPr>
            <p:ph type="title"/>
          </p:nvPr>
        </p:nvSpPr>
        <p:spPr>
          <a:xfrm>
            <a:off x="2479675" y="2285400"/>
            <a:ext cx="4184700" cy="5727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54" name="Google Shape;354;p50"/>
          <p:cNvSpPr txBox="1"/>
          <p:nvPr>
            <p:ph idx="1"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
        <p:nvSpPr>
          <p:cNvPr id="355" name="Google Shape;355;p50"/>
          <p:cNvSpPr txBox="1"/>
          <p:nvPr>
            <p:ph idx="2"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blank" type="blank">
  <p:cSld name="BLANK">
    <p:bg>
      <p:bgPr>
        <a:solidFill>
          <a:schemeClr val="lt1"/>
        </a:solidFill>
      </p:bgPr>
    </p:bg>
    <p:spTree>
      <p:nvGrpSpPr>
        <p:cNvPr id="356" name="Shape 356"/>
        <p:cNvGrpSpPr/>
        <p:nvPr/>
      </p:nvGrpSpPr>
      <p:grpSpPr>
        <a:xfrm>
          <a:off x="0" y="0"/>
          <a:ext cx="0" cy="0"/>
          <a:chOff x="0" y="0"/>
          <a:chExt cx="0" cy="0"/>
        </a:xfrm>
      </p:grpSpPr>
      <p:sp>
        <p:nvSpPr>
          <p:cNvPr id="357" name="Google Shape;357;p51"/>
          <p:cNvSpPr txBox="1"/>
          <p:nvPr>
            <p:ph idx="12" type="sldNum"/>
          </p:nvPr>
        </p:nvSpPr>
        <p:spPr>
          <a:xfrm>
            <a:off x="8318025" y="205550"/>
            <a:ext cx="548700" cy="393600"/>
          </a:xfrm>
          <a:prstGeom prst="rect">
            <a:avLst/>
          </a:prstGeom>
        </p:spPr>
        <p:txBody>
          <a:bodyPr anchorCtr="0" anchor="t"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58" name="Google Shape;358;p51"/>
          <p:cNvSpPr txBox="1"/>
          <p:nvPr>
            <p:ph idx="1" type="subTitle"/>
          </p:nvPr>
        </p:nvSpPr>
        <p:spPr>
          <a:xfrm>
            <a:off x="1716575" y="205550"/>
            <a:ext cx="28554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
        <p:nvSpPr>
          <p:cNvPr id="359" name="Google Shape;359;p51"/>
          <p:cNvSpPr txBox="1"/>
          <p:nvPr>
            <p:ph idx="2" type="subTitle"/>
          </p:nvPr>
        </p:nvSpPr>
        <p:spPr>
          <a:xfrm>
            <a:off x="333925" y="205550"/>
            <a:ext cx="1353300" cy="292500"/>
          </a:xfrm>
          <a:prstGeom prst="rect">
            <a:avLst/>
          </a:prstGeom>
        </p:spPr>
        <p:txBody>
          <a:bodyPr anchorCtr="0" anchor="t" bIns="91425" lIns="91425" spcFirstLastPara="1" rIns="91425" wrap="square" tIns="91425">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5" Type="http://schemas.openxmlformats.org/officeDocument/2006/relationships/slideLayout" Target="../slideLayouts/slideLayout16.xml"/><Relationship Id="rId6" Type="http://schemas.openxmlformats.org/officeDocument/2006/relationships/slideLayout" Target="../slideLayouts/slideLayout17.xml"/><Relationship Id="rId29" Type="http://schemas.openxmlformats.org/officeDocument/2006/relationships/slideLayout" Target="../slideLayouts/slideLayout40.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slideLayout" Target="../slideLayouts/slideLayout42.xml"/><Relationship Id="rId30" Type="http://schemas.openxmlformats.org/officeDocument/2006/relationships/slideLayout" Target="../slideLayouts/slideLayout41.xml"/><Relationship Id="rId11" Type="http://schemas.openxmlformats.org/officeDocument/2006/relationships/slideLayout" Target="../slideLayouts/slideLayout22.xml"/><Relationship Id="rId33" Type="http://schemas.openxmlformats.org/officeDocument/2006/relationships/slideLayout" Target="../slideLayouts/slideLayout44.xml"/><Relationship Id="rId10" Type="http://schemas.openxmlformats.org/officeDocument/2006/relationships/slideLayout" Target="../slideLayouts/slideLayout21.xml"/><Relationship Id="rId32" Type="http://schemas.openxmlformats.org/officeDocument/2006/relationships/slideLayout" Target="../slideLayouts/slideLayout43.xml"/><Relationship Id="rId13" Type="http://schemas.openxmlformats.org/officeDocument/2006/relationships/slideLayout" Target="../slideLayouts/slideLayout24.xml"/><Relationship Id="rId35" Type="http://schemas.openxmlformats.org/officeDocument/2006/relationships/slideLayout" Target="../slideLayouts/slideLayout46.xml"/><Relationship Id="rId12" Type="http://schemas.openxmlformats.org/officeDocument/2006/relationships/slideLayout" Target="../slideLayouts/slideLayout23.xml"/><Relationship Id="rId34" Type="http://schemas.openxmlformats.org/officeDocument/2006/relationships/slideLayout" Target="../slideLayouts/slideLayout45.xml"/><Relationship Id="rId15" Type="http://schemas.openxmlformats.org/officeDocument/2006/relationships/slideLayout" Target="../slideLayouts/slideLayout26.xml"/><Relationship Id="rId37" Type="http://schemas.openxmlformats.org/officeDocument/2006/relationships/slideLayout" Target="../slideLayouts/slideLayout48.xml"/><Relationship Id="rId14" Type="http://schemas.openxmlformats.org/officeDocument/2006/relationships/slideLayout" Target="../slideLayouts/slideLayout25.xml"/><Relationship Id="rId36" Type="http://schemas.openxmlformats.org/officeDocument/2006/relationships/slideLayout" Target="../slideLayouts/slideLayout47.xml"/><Relationship Id="rId17" Type="http://schemas.openxmlformats.org/officeDocument/2006/relationships/slideLayout" Target="../slideLayouts/slideLayout28.xml"/><Relationship Id="rId39" Type="http://schemas.openxmlformats.org/officeDocument/2006/relationships/theme" Target="../theme/theme2.xml"/><Relationship Id="rId16" Type="http://schemas.openxmlformats.org/officeDocument/2006/relationships/slideLayout" Target="../slideLayouts/slideLayout27.xml"/><Relationship Id="rId38" Type="http://schemas.openxmlformats.org/officeDocument/2006/relationships/slideLayout" Target="../slideLayouts/slideLayout49.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475600" cy="572700"/>
          </a:xfrm>
          <a:prstGeom prst="rect">
            <a:avLst/>
          </a:prstGeom>
          <a:noFill/>
          <a:ln>
            <a:noFill/>
          </a:ln>
        </p:spPr>
        <p:txBody>
          <a:bodyPr anchorCtr="0" anchor="t" bIns="91425" lIns="91425" spcFirstLastPara="1" rIns="91425" wrap="square" tIns="91425">
            <a:spAutoFit/>
          </a:bodyPr>
          <a:lstStyle>
            <a:lvl1pPr lvl="0">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1pPr>
            <a:lvl2pPr lvl="1">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2pPr>
            <a:lvl3pPr lvl="2">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3pPr>
            <a:lvl4pPr lvl="3">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4pPr>
            <a:lvl5pPr lvl="4">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5pPr>
            <a:lvl6pPr lvl="5">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6pPr>
            <a:lvl7pPr lvl="6">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7pPr>
            <a:lvl8pPr lvl="7">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8pPr>
            <a:lvl9pPr lvl="8">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9pPr>
          </a:lstStyle>
          <a:p/>
        </p:txBody>
      </p:sp>
      <p:sp>
        <p:nvSpPr>
          <p:cNvPr id="52" name="Google Shape;52;p13"/>
          <p:cNvSpPr txBox="1"/>
          <p:nvPr>
            <p:ph idx="1" type="body"/>
          </p:nvPr>
        </p:nvSpPr>
        <p:spPr>
          <a:xfrm>
            <a:off x="311700" y="1152475"/>
            <a:ext cx="8475600" cy="3416400"/>
          </a:xfrm>
          <a:prstGeom prst="rect">
            <a:avLst/>
          </a:prstGeom>
          <a:noFill/>
          <a:ln>
            <a:noFill/>
          </a:ln>
        </p:spPr>
        <p:txBody>
          <a:bodyPr anchorCtr="0" anchor="t" bIns="91425" lIns="91425" spcFirstLastPara="1" rIns="91425" wrap="square" tIns="91425">
            <a:spAutoFit/>
          </a:bodyPr>
          <a:lstStyle>
            <a:lvl1pPr indent="-336550" lvl="0" marL="4572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1pPr>
            <a:lvl2pPr indent="-336550" lvl="1" marL="9144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2pPr>
            <a:lvl3pPr indent="-336550" lvl="2" marL="13716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3pPr>
            <a:lvl4pPr indent="-336550" lvl="3" marL="18288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4pPr>
            <a:lvl5pPr indent="-336550" lvl="4" marL="22860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5pPr>
            <a:lvl6pPr indent="-336550" lvl="5" marL="27432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6pPr>
            <a:lvl7pPr indent="-336550" lvl="6" marL="32004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7pPr>
            <a:lvl8pPr indent="-336550" lvl="7" marL="36576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8pPr>
            <a:lvl9pPr indent="-336550" lvl="8" marL="411480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9pPr>
          </a:lstStyle>
          <a:p/>
        </p:txBody>
      </p:sp>
      <p:sp>
        <p:nvSpPr>
          <p:cNvPr id="53" name="Google Shape;53;p13"/>
          <p:cNvSpPr txBox="1"/>
          <p:nvPr>
            <p:ph idx="12" type="sldNum"/>
          </p:nvPr>
        </p:nvSpPr>
        <p:spPr>
          <a:xfrm>
            <a:off x="8260675" y="205550"/>
            <a:ext cx="548700" cy="292500"/>
          </a:xfrm>
          <a:prstGeom prst="rect">
            <a:avLst/>
          </a:prstGeom>
          <a:noFill/>
          <a:ln>
            <a:noFill/>
          </a:ln>
        </p:spPr>
        <p:txBody>
          <a:bodyPr anchorCtr="0" anchor="t" bIns="91425" lIns="91425" spcFirstLastPara="1" rIns="91425" wrap="square" tIns="91425">
            <a:normAutofit/>
          </a:bodyPr>
          <a:lstStyle>
            <a:lvl1pPr lvl="0" algn="r">
              <a:buNone/>
              <a:defRPr sz="700">
                <a:solidFill>
                  <a:schemeClr val="dk1"/>
                </a:solidFill>
                <a:latin typeface="Inter Tight SemiBold"/>
                <a:ea typeface="Inter Tight SemiBold"/>
                <a:cs typeface="Inter Tight SemiBold"/>
                <a:sym typeface="Inter Tight SemiBold"/>
              </a:defRPr>
            </a:lvl1pPr>
            <a:lvl2pPr lvl="1" algn="r">
              <a:buNone/>
              <a:defRPr sz="700">
                <a:solidFill>
                  <a:schemeClr val="dk1"/>
                </a:solidFill>
                <a:latin typeface="Inter Tight SemiBold"/>
                <a:ea typeface="Inter Tight SemiBold"/>
                <a:cs typeface="Inter Tight SemiBold"/>
                <a:sym typeface="Inter Tight SemiBold"/>
              </a:defRPr>
            </a:lvl2pPr>
            <a:lvl3pPr lvl="2" algn="r">
              <a:buNone/>
              <a:defRPr sz="700">
                <a:solidFill>
                  <a:schemeClr val="dk1"/>
                </a:solidFill>
                <a:latin typeface="Inter Tight SemiBold"/>
                <a:ea typeface="Inter Tight SemiBold"/>
                <a:cs typeface="Inter Tight SemiBold"/>
                <a:sym typeface="Inter Tight SemiBold"/>
              </a:defRPr>
            </a:lvl3pPr>
            <a:lvl4pPr lvl="3" algn="r">
              <a:buNone/>
              <a:defRPr sz="700">
                <a:solidFill>
                  <a:schemeClr val="dk1"/>
                </a:solidFill>
                <a:latin typeface="Inter Tight SemiBold"/>
                <a:ea typeface="Inter Tight SemiBold"/>
                <a:cs typeface="Inter Tight SemiBold"/>
                <a:sym typeface="Inter Tight SemiBold"/>
              </a:defRPr>
            </a:lvl4pPr>
            <a:lvl5pPr lvl="4" algn="r">
              <a:buNone/>
              <a:defRPr sz="700">
                <a:solidFill>
                  <a:schemeClr val="dk1"/>
                </a:solidFill>
                <a:latin typeface="Inter Tight SemiBold"/>
                <a:ea typeface="Inter Tight SemiBold"/>
                <a:cs typeface="Inter Tight SemiBold"/>
                <a:sym typeface="Inter Tight SemiBold"/>
              </a:defRPr>
            </a:lvl5pPr>
            <a:lvl6pPr lvl="5" algn="r">
              <a:buNone/>
              <a:defRPr sz="700">
                <a:solidFill>
                  <a:schemeClr val="dk1"/>
                </a:solidFill>
                <a:latin typeface="Inter Tight SemiBold"/>
                <a:ea typeface="Inter Tight SemiBold"/>
                <a:cs typeface="Inter Tight SemiBold"/>
                <a:sym typeface="Inter Tight SemiBold"/>
              </a:defRPr>
            </a:lvl6pPr>
            <a:lvl7pPr lvl="6" algn="r">
              <a:buNone/>
              <a:defRPr sz="700">
                <a:solidFill>
                  <a:schemeClr val="dk1"/>
                </a:solidFill>
                <a:latin typeface="Inter Tight SemiBold"/>
                <a:ea typeface="Inter Tight SemiBold"/>
                <a:cs typeface="Inter Tight SemiBold"/>
                <a:sym typeface="Inter Tight SemiBold"/>
              </a:defRPr>
            </a:lvl7pPr>
            <a:lvl8pPr lvl="7" algn="r">
              <a:buNone/>
              <a:defRPr sz="700">
                <a:solidFill>
                  <a:schemeClr val="dk1"/>
                </a:solidFill>
                <a:latin typeface="Inter Tight SemiBold"/>
                <a:ea typeface="Inter Tight SemiBold"/>
                <a:cs typeface="Inter Tight SemiBold"/>
                <a:sym typeface="Inter Tight SemiBold"/>
              </a:defRPr>
            </a:lvl8pPr>
            <a:lvl9pPr lvl="8" algn="r">
              <a:buNone/>
              <a:defRPr sz="700">
                <a:solidFill>
                  <a:schemeClr val="dk1"/>
                </a:solidFill>
                <a:latin typeface="Inter Tight SemiBold"/>
                <a:ea typeface="Inter Tight SemiBold"/>
                <a:cs typeface="Inter Tight SemiBold"/>
                <a:sym typeface="Inter Tight SemiBold"/>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52"/>
          <p:cNvSpPr txBox="1"/>
          <p:nvPr>
            <p:ph type="ctrTitle"/>
          </p:nvPr>
        </p:nvSpPr>
        <p:spPr>
          <a:xfrm>
            <a:off x="1132675" y="1741031"/>
            <a:ext cx="6984300" cy="1416000"/>
          </a:xfrm>
          <a:prstGeom prst="rect">
            <a:avLst/>
          </a:prstGeom>
        </p:spPr>
        <p:txBody>
          <a:bodyPr anchorCtr="0" anchor="t" bIns="91425" lIns="91425" spcFirstLastPara="1" rIns="91425" wrap="square" tIns="91425">
            <a:spAutoFit/>
          </a:bodyPr>
          <a:lstStyle/>
          <a:p>
            <a:pPr indent="0" lvl="0" marL="0" rtl="0" algn="ctr">
              <a:lnSpc>
                <a:spcPct val="100000"/>
              </a:lnSpc>
              <a:spcBef>
                <a:spcPts val="0"/>
              </a:spcBef>
              <a:spcAft>
                <a:spcPts val="0"/>
              </a:spcAft>
              <a:buClr>
                <a:schemeClr val="accent1"/>
              </a:buClr>
              <a:buSzPts val="1100"/>
              <a:buFont typeface="Arial"/>
              <a:buNone/>
            </a:pPr>
            <a:r>
              <a:rPr lang="en" sz="4000">
                <a:latin typeface="Kantumruy Pro"/>
                <a:ea typeface="Kantumruy Pro"/>
                <a:cs typeface="Kantumruy Pro"/>
                <a:sym typeface="Kantumruy Pro"/>
              </a:rPr>
              <a:t>ប្រព័ន្ធគ្រប់គ្រងហាងលក់ទំនិញ</a:t>
            </a:r>
            <a:endParaRPr sz="4000">
              <a:latin typeface="Kantumruy Pro"/>
              <a:ea typeface="Kantumruy Pro"/>
              <a:cs typeface="Kantumruy Pro"/>
              <a:sym typeface="Kantumruy Pro"/>
            </a:endParaRPr>
          </a:p>
          <a:p>
            <a:pPr indent="0" lvl="0" marL="0" rtl="0" algn="ctr">
              <a:lnSpc>
                <a:spcPct val="100000"/>
              </a:lnSpc>
              <a:spcBef>
                <a:spcPts val="0"/>
              </a:spcBef>
              <a:spcAft>
                <a:spcPts val="0"/>
              </a:spcAft>
              <a:buClr>
                <a:schemeClr val="accent1"/>
              </a:buClr>
              <a:buSzPts val="1100"/>
              <a:buFont typeface="Arial"/>
              <a:buNone/>
            </a:pPr>
            <a:r>
              <a:rPr lang="en" sz="4000">
                <a:latin typeface="Kantumruy Pro"/>
                <a:ea typeface="Kantumruy Pro"/>
                <a:cs typeface="Kantumruy Pro"/>
                <a:sym typeface="Kantumruy Pro"/>
              </a:rPr>
              <a:t>Mart Management System</a:t>
            </a:r>
            <a:endParaRPr sz="4000">
              <a:latin typeface="Kantumruy Pro"/>
              <a:ea typeface="Kantumruy Pro"/>
              <a:cs typeface="Kantumruy Pro"/>
              <a:sym typeface="Kantumruy Pro"/>
            </a:endParaRPr>
          </a:p>
        </p:txBody>
      </p:sp>
      <p:sp>
        <p:nvSpPr>
          <p:cNvPr id="365" name="Google Shape;365;p52"/>
          <p:cNvSpPr txBox="1"/>
          <p:nvPr>
            <p:ph idx="1" type="subTitle"/>
          </p:nvPr>
        </p:nvSpPr>
        <p:spPr>
          <a:xfrm>
            <a:off x="231950" y="3440725"/>
            <a:ext cx="5494800" cy="12930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rgbClr val="434343"/>
                </a:solidFill>
              </a:rPr>
              <a:t>OOAD &amp; Programming</a:t>
            </a:r>
            <a:endParaRPr sz="1800">
              <a:solidFill>
                <a:srgbClr val="434343"/>
              </a:solidFill>
            </a:endParaRPr>
          </a:p>
          <a:p>
            <a:pPr indent="0" lvl="0" marL="0" rtl="0" algn="l">
              <a:spcBef>
                <a:spcPts val="0"/>
              </a:spcBef>
              <a:spcAft>
                <a:spcPts val="0"/>
              </a:spcAft>
              <a:buNone/>
            </a:pPr>
            <a:r>
              <a:rPr lang="en" sz="1800">
                <a:solidFill>
                  <a:srgbClr val="434343"/>
                </a:solidFill>
              </a:rPr>
              <a:t>Professor: Dan Vournpheng</a:t>
            </a:r>
            <a:endParaRPr sz="1800">
              <a:solidFill>
                <a:srgbClr val="434343"/>
              </a:solidFill>
            </a:endParaRPr>
          </a:p>
          <a:p>
            <a:pPr indent="0" lvl="0" marL="0" rtl="0" algn="l">
              <a:spcBef>
                <a:spcPts val="0"/>
              </a:spcBef>
              <a:spcAft>
                <a:spcPts val="0"/>
              </a:spcAft>
              <a:buNone/>
            </a:pPr>
            <a:r>
              <a:rPr lang="en" sz="1800">
                <a:solidFill>
                  <a:srgbClr val="434343"/>
                </a:solidFill>
              </a:rPr>
              <a:t>Class: M1</a:t>
            </a:r>
            <a:endParaRPr sz="1800">
              <a:solidFill>
                <a:srgbClr val="434343"/>
              </a:solidFill>
            </a:endParaRPr>
          </a:p>
          <a:p>
            <a:pPr indent="0" lvl="0" marL="0" rtl="0" algn="l">
              <a:spcBef>
                <a:spcPts val="0"/>
              </a:spcBef>
              <a:spcAft>
                <a:spcPts val="0"/>
              </a:spcAft>
              <a:buNone/>
            </a:pPr>
            <a:r>
              <a:rPr lang="en" sz="1800">
                <a:solidFill>
                  <a:srgbClr val="434343"/>
                </a:solidFill>
              </a:rPr>
              <a:t>Group: 4</a:t>
            </a:r>
            <a:endParaRPr sz="1800">
              <a:solidFill>
                <a:srgbClr val="434343"/>
              </a:solidFill>
            </a:endParaRPr>
          </a:p>
        </p:txBody>
      </p:sp>
      <p:sp>
        <p:nvSpPr>
          <p:cNvPr id="366" name="Google Shape;366;p52"/>
          <p:cNvSpPr txBox="1"/>
          <p:nvPr/>
        </p:nvSpPr>
        <p:spPr>
          <a:xfrm>
            <a:off x="4613950" y="3399300"/>
            <a:ext cx="45441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700">
              <a:solidFill>
                <a:schemeClr val="dk1"/>
              </a:solidFill>
              <a:latin typeface="Inter Tight"/>
              <a:ea typeface="Inter Tight"/>
              <a:cs typeface="Inter Tight"/>
              <a:sym typeface="Inter Tight"/>
            </a:endParaRPr>
          </a:p>
        </p:txBody>
      </p:sp>
      <p:pic>
        <p:nvPicPr>
          <p:cNvPr id="367" name="Google Shape;367;p52"/>
          <p:cNvPicPr preferRelativeResize="0"/>
          <p:nvPr/>
        </p:nvPicPr>
        <p:blipFill>
          <a:blip r:embed="rId3">
            <a:alphaModFix/>
          </a:blip>
          <a:stretch>
            <a:fillRect/>
          </a:stretch>
        </p:blipFill>
        <p:spPr>
          <a:xfrm>
            <a:off x="2832048" y="131712"/>
            <a:ext cx="561100" cy="572325"/>
          </a:xfrm>
          <a:prstGeom prst="rect">
            <a:avLst/>
          </a:prstGeom>
          <a:noFill/>
          <a:ln>
            <a:noFill/>
          </a:ln>
        </p:spPr>
      </p:pic>
      <p:sp>
        <p:nvSpPr>
          <p:cNvPr id="368" name="Google Shape;368;p52"/>
          <p:cNvSpPr txBox="1"/>
          <p:nvPr/>
        </p:nvSpPr>
        <p:spPr>
          <a:xfrm>
            <a:off x="3465450" y="102275"/>
            <a:ext cx="4155900" cy="67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800">
                <a:solidFill>
                  <a:schemeClr val="dk2"/>
                </a:solidFill>
                <a:latin typeface="Kantumruy Pro"/>
                <a:ea typeface="Kantumruy Pro"/>
                <a:cs typeface="Kantumruy Pro"/>
                <a:sym typeface="Kantumruy Pro"/>
              </a:rPr>
              <a:t>សាកលវិទ្យាល័យភូមិន្ទភ្នំពេញ</a:t>
            </a:r>
            <a:endParaRPr sz="1800">
              <a:solidFill>
                <a:schemeClr val="dk2"/>
              </a:solidFill>
              <a:latin typeface="Kantumruy Pro"/>
              <a:ea typeface="Kantumruy Pro"/>
              <a:cs typeface="Kantumruy Pro"/>
              <a:sym typeface="Kantumruy Pro"/>
            </a:endParaRPr>
          </a:p>
          <a:p>
            <a:pPr indent="0" lvl="0" marL="0" rtl="0" algn="l">
              <a:lnSpc>
                <a:spcPct val="115000"/>
              </a:lnSpc>
              <a:spcBef>
                <a:spcPts val="0"/>
              </a:spcBef>
              <a:spcAft>
                <a:spcPts val="0"/>
              </a:spcAft>
              <a:buNone/>
            </a:pPr>
            <a:r>
              <a:rPr lang="en" sz="1100">
                <a:solidFill>
                  <a:schemeClr val="dk2"/>
                </a:solidFill>
                <a:latin typeface="Inter Tight"/>
                <a:ea typeface="Inter Tight"/>
                <a:cs typeface="Inter Tight"/>
                <a:sym typeface="Inter Tight"/>
              </a:rPr>
              <a:t>ROYAL UNIVERSITY OF PHNOM PENH</a:t>
            </a:r>
            <a:endParaRPr sz="1100">
              <a:solidFill>
                <a:schemeClr val="dk2"/>
              </a:solidFill>
              <a:latin typeface="Inter Tight"/>
              <a:ea typeface="Inter Tight"/>
              <a:cs typeface="Inter Tight"/>
              <a:sym typeface="Inter Tigh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53"/>
          <p:cNvSpPr txBox="1"/>
          <p:nvPr>
            <p:ph type="title"/>
          </p:nvPr>
        </p:nvSpPr>
        <p:spPr>
          <a:xfrm>
            <a:off x="333925" y="157854"/>
            <a:ext cx="8475600" cy="615600"/>
          </a:xfrm>
          <a:prstGeom prst="rect">
            <a:avLst/>
          </a:prstGeom>
          <a:solidFill>
            <a:srgbClr val="FFFFFF"/>
          </a:solidFill>
        </p:spPr>
        <p:txBody>
          <a:bodyPr anchorCtr="0" anchor="t" bIns="91425" lIns="91425" spcFirstLastPara="1" rIns="91425" wrap="square" tIns="91425">
            <a:spAutoFit/>
          </a:bodyPr>
          <a:lstStyle/>
          <a:p>
            <a:pPr indent="0" lvl="0" marL="0" rtl="0" algn="l">
              <a:spcBef>
                <a:spcPts val="0"/>
              </a:spcBef>
              <a:spcAft>
                <a:spcPts val="0"/>
              </a:spcAft>
              <a:buNone/>
            </a:pPr>
            <a:r>
              <a:rPr lang="en">
                <a:latin typeface="Inter Tight"/>
                <a:ea typeface="Inter Tight"/>
                <a:cs typeface="Inter Tight"/>
                <a:sym typeface="Inter Tight"/>
              </a:rPr>
              <a:t>Group Member</a:t>
            </a:r>
            <a:endParaRPr/>
          </a:p>
        </p:txBody>
      </p:sp>
      <p:sp>
        <p:nvSpPr>
          <p:cNvPr id="374" name="Google Shape;374;p53"/>
          <p:cNvSpPr txBox="1"/>
          <p:nvPr>
            <p:ph idx="12" type="sldNum"/>
          </p:nvPr>
        </p:nvSpPr>
        <p:spPr>
          <a:xfrm>
            <a:off x="8260675" y="205550"/>
            <a:ext cx="548700" cy="2925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graphicFrame>
        <p:nvGraphicFramePr>
          <p:cNvPr id="375" name="Google Shape;375;p53"/>
          <p:cNvGraphicFramePr/>
          <p:nvPr/>
        </p:nvGraphicFramePr>
        <p:xfrm>
          <a:off x="952500" y="1921809"/>
          <a:ext cx="3000000" cy="3000000"/>
        </p:xfrm>
        <a:graphic>
          <a:graphicData uri="http://schemas.openxmlformats.org/drawingml/2006/table">
            <a:tbl>
              <a:tblPr>
                <a:noFill/>
                <a:tableStyleId>{767E10D6-9108-41D9-B3E9-6B60E2D8D70D}</a:tableStyleId>
              </a:tblPr>
              <a:tblGrid>
                <a:gridCol w="2413000"/>
                <a:gridCol w="2413000"/>
                <a:gridCol w="2413000"/>
              </a:tblGrid>
              <a:tr h="381000">
                <a:tc>
                  <a:txBody>
                    <a:bodyPr/>
                    <a:lstStyle/>
                    <a:p>
                      <a:pPr indent="0" lvl="0" marL="0" rtl="0" algn="l">
                        <a:spcBef>
                          <a:spcPts val="0"/>
                        </a:spcBef>
                        <a:spcAft>
                          <a:spcPts val="0"/>
                        </a:spcAft>
                        <a:buNone/>
                      </a:pPr>
                      <a:r>
                        <a:rPr b="1" lang="en" sz="2000"/>
                        <a:t>Name</a:t>
                      </a:r>
                      <a:endParaRPr b="1" sz="2000"/>
                    </a:p>
                  </a:txBody>
                  <a:tcPr marT="91425" marB="91425" marR="91425" marL="91425"/>
                </a:tc>
                <a:tc>
                  <a:txBody>
                    <a:bodyPr/>
                    <a:lstStyle/>
                    <a:p>
                      <a:pPr indent="0" lvl="0" marL="0" rtl="0" algn="l">
                        <a:spcBef>
                          <a:spcPts val="0"/>
                        </a:spcBef>
                        <a:spcAft>
                          <a:spcPts val="0"/>
                        </a:spcAft>
                        <a:buNone/>
                      </a:pPr>
                      <a:r>
                        <a:rPr b="1" lang="en" sz="2000"/>
                        <a:t>Name in khmer</a:t>
                      </a:r>
                      <a:endParaRPr b="1" sz="2000"/>
                    </a:p>
                  </a:txBody>
                  <a:tcPr marT="91425" marB="91425" marR="91425" marL="91425"/>
                </a:tc>
                <a:tc>
                  <a:txBody>
                    <a:bodyPr/>
                    <a:lstStyle/>
                    <a:p>
                      <a:pPr indent="0" lvl="0" marL="0" rtl="0" algn="l">
                        <a:spcBef>
                          <a:spcPts val="0"/>
                        </a:spcBef>
                        <a:spcAft>
                          <a:spcPts val="0"/>
                        </a:spcAft>
                        <a:buNone/>
                      </a:pPr>
                      <a:r>
                        <a:rPr b="1" lang="en" sz="2000"/>
                        <a:t>Role</a:t>
                      </a:r>
                      <a:endParaRPr b="1" sz="2000"/>
                    </a:p>
                  </a:txBody>
                  <a:tcPr marT="91425" marB="91425" marR="91425" marL="91425"/>
                </a:tc>
              </a:tr>
              <a:tr h="381000">
                <a:tc>
                  <a:txBody>
                    <a:bodyPr/>
                    <a:lstStyle/>
                    <a:p>
                      <a:pPr indent="0" lvl="0" marL="0" rtl="0" algn="l">
                        <a:spcBef>
                          <a:spcPts val="0"/>
                        </a:spcBef>
                        <a:spcAft>
                          <a:spcPts val="0"/>
                        </a:spcAft>
                        <a:buNone/>
                      </a:pPr>
                      <a:r>
                        <a:rPr lang="en" sz="2000"/>
                        <a:t>Sou Chanrojame</a:t>
                      </a:r>
                      <a:endParaRPr sz="2000"/>
                    </a:p>
                  </a:txBody>
                  <a:tcPr marT="91425" marB="91425" marR="91425" marL="91425"/>
                </a:tc>
                <a:tc>
                  <a:txBody>
                    <a:bodyPr/>
                    <a:lstStyle/>
                    <a:p>
                      <a:pPr indent="0" lvl="0" marL="0" rtl="0" algn="l">
                        <a:spcBef>
                          <a:spcPts val="0"/>
                        </a:spcBef>
                        <a:spcAft>
                          <a:spcPts val="0"/>
                        </a:spcAft>
                        <a:buNone/>
                      </a:pPr>
                      <a:r>
                        <a:rPr lang="en" sz="2000">
                          <a:latin typeface="Kantumruy Pro"/>
                          <a:ea typeface="Kantumruy Pro"/>
                          <a:cs typeface="Kantumruy Pro"/>
                          <a:sym typeface="Kantumruy Pro"/>
                        </a:rPr>
                        <a:t>ស៊ូ ចាន់រ៉ូជែម</a:t>
                      </a:r>
                      <a:endParaRPr sz="2000">
                        <a:latin typeface="Kantumruy Pro"/>
                        <a:ea typeface="Kantumruy Pro"/>
                        <a:cs typeface="Kantumruy Pro"/>
                        <a:sym typeface="Kantumruy Pro"/>
                      </a:endParaRPr>
                    </a:p>
                  </a:txBody>
                  <a:tcPr marT="91425" marB="91425" marR="91425" marL="91425"/>
                </a:tc>
                <a:tc>
                  <a:txBody>
                    <a:bodyPr/>
                    <a:lstStyle/>
                    <a:p>
                      <a:pPr indent="0" lvl="0" marL="0" rtl="0" algn="l">
                        <a:spcBef>
                          <a:spcPts val="0"/>
                        </a:spcBef>
                        <a:spcAft>
                          <a:spcPts val="0"/>
                        </a:spcAft>
                        <a:buNone/>
                      </a:pPr>
                      <a:r>
                        <a:rPr lang="en" sz="2000"/>
                        <a:t>Leader</a:t>
                      </a:r>
                      <a:endParaRPr sz="2000"/>
                    </a:p>
                  </a:txBody>
                  <a:tcPr marT="91425" marB="91425" marR="91425" marL="91425"/>
                </a:tc>
              </a:tr>
              <a:tr h="381000">
                <a:tc>
                  <a:txBody>
                    <a:bodyPr/>
                    <a:lstStyle/>
                    <a:p>
                      <a:pPr indent="0" lvl="0" marL="0" rtl="0" algn="l">
                        <a:spcBef>
                          <a:spcPts val="0"/>
                        </a:spcBef>
                        <a:spcAft>
                          <a:spcPts val="0"/>
                        </a:spcAft>
                        <a:buNone/>
                      </a:pPr>
                      <a:r>
                        <a:rPr lang="en" sz="2000"/>
                        <a:t>Orn Pheakdey</a:t>
                      </a:r>
                      <a:endParaRPr sz="2000"/>
                    </a:p>
                  </a:txBody>
                  <a:tcPr marT="91425" marB="91425" marR="91425" marL="91425">
                    <a:solidFill>
                      <a:srgbClr val="F9F9F9"/>
                    </a:solidFill>
                  </a:tcPr>
                </a:tc>
                <a:tc>
                  <a:txBody>
                    <a:bodyPr/>
                    <a:lstStyle/>
                    <a:p>
                      <a:pPr indent="0" lvl="0" marL="0" rtl="0" algn="l">
                        <a:spcBef>
                          <a:spcPts val="0"/>
                        </a:spcBef>
                        <a:spcAft>
                          <a:spcPts val="0"/>
                        </a:spcAft>
                        <a:buNone/>
                      </a:pPr>
                      <a:r>
                        <a:rPr lang="en" sz="2000">
                          <a:latin typeface="Kantumruy Pro"/>
                          <a:ea typeface="Kantumruy Pro"/>
                          <a:cs typeface="Kantumruy Pro"/>
                          <a:sym typeface="Kantumruy Pro"/>
                        </a:rPr>
                        <a:t>អន ភក្ដី</a:t>
                      </a:r>
                      <a:endParaRPr sz="2000">
                        <a:latin typeface="Kantumruy Pro"/>
                        <a:ea typeface="Kantumruy Pro"/>
                        <a:cs typeface="Kantumruy Pro"/>
                        <a:sym typeface="Kantumruy Pro"/>
                      </a:endParaRPr>
                    </a:p>
                  </a:txBody>
                  <a:tcPr marT="91425" marB="91425" marR="91425" marL="91425">
                    <a:solidFill>
                      <a:srgbClr val="F9F9F9"/>
                    </a:solidFill>
                  </a:tcPr>
                </a:tc>
                <a:tc>
                  <a:txBody>
                    <a:bodyPr/>
                    <a:lstStyle/>
                    <a:p>
                      <a:pPr indent="0" lvl="0" marL="0" rtl="0" algn="l">
                        <a:spcBef>
                          <a:spcPts val="0"/>
                        </a:spcBef>
                        <a:spcAft>
                          <a:spcPts val="0"/>
                        </a:spcAft>
                        <a:buNone/>
                      </a:pPr>
                      <a:r>
                        <a:rPr lang="en" sz="2000"/>
                        <a:t>Follower</a:t>
                      </a:r>
                      <a:endParaRPr sz="2000"/>
                    </a:p>
                  </a:txBody>
                  <a:tcPr marT="91425" marB="91425" marR="91425" marL="91425">
                    <a:solidFill>
                      <a:srgbClr val="F9F9F9"/>
                    </a:solidFill>
                  </a:tcPr>
                </a:tc>
              </a:tr>
              <a:tr h="381000">
                <a:tc>
                  <a:txBody>
                    <a:bodyPr/>
                    <a:lstStyle/>
                    <a:p>
                      <a:pPr indent="0" lvl="0" marL="0" rtl="0" algn="l">
                        <a:lnSpc>
                          <a:spcPct val="200000"/>
                        </a:lnSpc>
                        <a:spcBef>
                          <a:spcPts val="0"/>
                        </a:spcBef>
                        <a:spcAft>
                          <a:spcPts val="0"/>
                        </a:spcAft>
                        <a:buNone/>
                      </a:pPr>
                      <a:r>
                        <a:rPr lang="en" sz="2000">
                          <a:solidFill>
                            <a:schemeClr val="accent1"/>
                          </a:solidFill>
                        </a:rPr>
                        <a:t>Le Sreyma</a:t>
                      </a:r>
                      <a:endParaRPr sz="1800"/>
                    </a:p>
                  </a:txBody>
                  <a:tcPr marT="91425" marB="91425" marR="91425" marL="91425"/>
                </a:tc>
                <a:tc>
                  <a:txBody>
                    <a:bodyPr/>
                    <a:lstStyle/>
                    <a:p>
                      <a:pPr indent="0" lvl="0" marL="0" rtl="0" algn="l">
                        <a:lnSpc>
                          <a:spcPct val="200000"/>
                        </a:lnSpc>
                        <a:spcBef>
                          <a:spcPts val="0"/>
                        </a:spcBef>
                        <a:spcAft>
                          <a:spcPts val="0"/>
                        </a:spcAft>
                        <a:buNone/>
                      </a:pPr>
                      <a:r>
                        <a:rPr lang="en" sz="2200">
                          <a:solidFill>
                            <a:schemeClr val="accent1"/>
                          </a:solidFill>
                          <a:latin typeface="Kantumruy Pro"/>
                          <a:ea typeface="Kantumruy Pro"/>
                          <a:cs typeface="Kantumruy Pro"/>
                          <a:sym typeface="Kantumruy Pro"/>
                        </a:rPr>
                        <a:t>លិ ស្រីម៉ា​</a:t>
                      </a:r>
                      <a:endParaRPr sz="2000">
                        <a:latin typeface="Kantumruy Pro"/>
                        <a:ea typeface="Kantumruy Pro"/>
                        <a:cs typeface="Kantumruy Pro"/>
                        <a:sym typeface="Kantumruy Pro"/>
                      </a:endParaRPr>
                    </a:p>
                  </a:txBody>
                  <a:tcPr marT="91425" marB="91425" marR="91425" marL="91425"/>
                </a:tc>
                <a:tc>
                  <a:txBody>
                    <a:bodyPr/>
                    <a:lstStyle/>
                    <a:p>
                      <a:pPr indent="0" lvl="0" marL="0" rtl="0" algn="l">
                        <a:spcBef>
                          <a:spcPts val="0"/>
                        </a:spcBef>
                        <a:spcAft>
                          <a:spcPts val="0"/>
                        </a:spcAft>
                        <a:buNone/>
                      </a:pPr>
                      <a:r>
                        <a:rPr lang="en" sz="2000"/>
                        <a:t>Follower</a:t>
                      </a:r>
                      <a:endParaRPr sz="2000"/>
                    </a:p>
                  </a:txBody>
                  <a:tcPr marT="91425" marB="91425" marR="91425" marL="91425"/>
                </a:tc>
              </a:tr>
              <a:tr h="381000">
                <a:tc>
                  <a:txBody>
                    <a:bodyPr/>
                    <a:lstStyle/>
                    <a:p>
                      <a:pPr indent="0" lvl="0" marL="0" rtl="0" algn="l">
                        <a:lnSpc>
                          <a:spcPct val="200000"/>
                        </a:lnSpc>
                        <a:spcBef>
                          <a:spcPts val="0"/>
                        </a:spcBef>
                        <a:spcAft>
                          <a:spcPts val="0"/>
                        </a:spcAft>
                        <a:buNone/>
                      </a:pPr>
                      <a:r>
                        <a:rPr lang="en" sz="2000">
                          <a:solidFill>
                            <a:schemeClr val="accent1"/>
                          </a:solidFill>
                        </a:rPr>
                        <a:t>Then Sivthean</a:t>
                      </a:r>
                      <a:endParaRPr sz="1800"/>
                    </a:p>
                  </a:txBody>
                  <a:tcPr marT="91425" marB="91425" marR="91425" marL="91425">
                    <a:solidFill>
                      <a:srgbClr val="F9F9F9"/>
                    </a:solidFill>
                  </a:tcPr>
                </a:tc>
                <a:tc>
                  <a:txBody>
                    <a:bodyPr/>
                    <a:lstStyle/>
                    <a:p>
                      <a:pPr indent="0" lvl="0" marL="0" rtl="0" algn="l">
                        <a:lnSpc>
                          <a:spcPct val="200000"/>
                        </a:lnSpc>
                        <a:spcBef>
                          <a:spcPts val="0"/>
                        </a:spcBef>
                        <a:spcAft>
                          <a:spcPts val="0"/>
                        </a:spcAft>
                        <a:buNone/>
                      </a:pPr>
                      <a:r>
                        <a:rPr lang="en" sz="2000">
                          <a:solidFill>
                            <a:schemeClr val="accent1"/>
                          </a:solidFill>
                          <a:latin typeface="Kantumruy Pro"/>
                          <a:ea typeface="Kantumruy Pro"/>
                          <a:cs typeface="Kantumruy Pro"/>
                          <a:sym typeface="Kantumruy Pro"/>
                        </a:rPr>
                        <a:t>ធិន​ សុីវធាន</a:t>
                      </a:r>
                      <a:endParaRPr sz="1800">
                        <a:latin typeface="Kantumruy Pro"/>
                        <a:ea typeface="Kantumruy Pro"/>
                        <a:cs typeface="Kantumruy Pro"/>
                        <a:sym typeface="Kantumruy Pro"/>
                      </a:endParaRPr>
                    </a:p>
                  </a:txBody>
                  <a:tcPr marT="91425" marB="91425" marR="91425" marL="91425">
                    <a:solidFill>
                      <a:srgbClr val="F9F9F9"/>
                    </a:solidFill>
                  </a:tcPr>
                </a:tc>
                <a:tc>
                  <a:txBody>
                    <a:bodyPr/>
                    <a:lstStyle/>
                    <a:p>
                      <a:pPr indent="0" lvl="0" marL="0" rtl="0" algn="l">
                        <a:spcBef>
                          <a:spcPts val="0"/>
                        </a:spcBef>
                        <a:spcAft>
                          <a:spcPts val="0"/>
                        </a:spcAft>
                        <a:buNone/>
                      </a:pPr>
                      <a:r>
                        <a:rPr lang="en" sz="2000"/>
                        <a:t>Follower</a:t>
                      </a:r>
                      <a:endParaRPr sz="2000"/>
                    </a:p>
                  </a:txBody>
                  <a:tcPr marT="91425" marB="91425" marR="91425" marL="91425">
                    <a:solidFill>
                      <a:srgbClr val="F9F9F9"/>
                    </a:solidFill>
                  </a:tcPr>
                </a:tc>
              </a:tr>
            </a:tbl>
          </a:graphicData>
        </a:graphic>
      </p:graphicFrame>
      <p:pic>
        <p:nvPicPr>
          <p:cNvPr id="376" name="Google Shape;376;p53"/>
          <p:cNvPicPr preferRelativeResize="0"/>
          <p:nvPr/>
        </p:nvPicPr>
        <p:blipFill rotWithShape="1">
          <a:blip r:embed="rId3">
            <a:alphaModFix/>
          </a:blip>
          <a:srcRect b="7045" l="0" r="0" t="0"/>
          <a:stretch/>
        </p:blipFill>
        <p:spPr>
          <a:xfrm>
            <a:off x="6785734" y="325938"/>
            <a:ext cx="1799925" cy="12426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54"/>
          <p:cNvSpPr txBox="1"/>
          <p:nvPr>
            <p:ph type="title"/>
          </p:nvPr>
        </p:nvSpPr>
        <p:spPr>
          <a:xfrm>
            <a:off x="333925" y="544250"/>
            <a:ext cx="3039900" cy="615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
              <a:t>Table of Contents</a:t>
            </a:r>
            <a:endParaRPr/>
          </a:p>
        </p:txBody>
      </p:sp>
      <p:sp>
        <p:nvSpPr>
          <p:cNvPr id="382" name="Google Shape;382;p54"/>
          <p:cNvSpPr txBox="1"/>
          <p:nvPr>
            <p:ph idx="1" type="subTitle"/>
          </p:nvPr>
        </p:nvSpPr>
        <p:spPr>
          <a:xfrm>
            <a:off x="727420" y="1871413"/>
            <a:ext cx="3234300" cy="5232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2200">
                <a:latin typeface="Kantumruy Pro"/>
                <a:ea typeface="Kantumruy Pro"/>
                <a:cs typeface="Kantumruy Pro"/>
                <a:sym typeface="Kantumruy Pro"/>
              </a:rPr>
              <a:t>គោលបំណងនៃប្រព័ន្ធ</a:t>
            </a:r>
            <a:endParaRPr sz="2200"/>
          </a:p>
        </p:txBody>
      </p:sp>
      <p:sp>
        <p:nvSpPr>
          <p:cNvPr id="383" name="Google Shape;383;p54"/>
          <p:cNvSpPr txBox="1"/>
          <p:nvPr>
            <p:ph idx="2" type="subTitle"/>
          </p:nvPr>
        </p:nvSpPr>
        <p:spPr>
          <a:xfrm>
            <a:off x="763813" y="2740435"/>
            <a:ext cx="3234300" cy="5232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2200">
                <a:latin typeface="Kantumruy Pro"/>
                <a:ea typeface="Kantumruy Pro"/>
                <a:cs typeface="Kantumruy Pro"/>
                <a:sym typeface="Kantumruy Pro"/>
              </a:rPr>
              <a:t>Form</a:t>
            </a:r>
            <a:endParaRPr>
              <a:latin typeface="Kantumruy Pro"/>
              <a:ea typeface="Kantumruy Pro"/>
              <a:cs typeface="Kantumruy Pro"/>
              <a:sym typeface="Kantumruy Pro"/>
            </a:endParaRPr>
          </a:p>
        </p:txBody>
      </p:sp>
      <p:sp>
        <p:nvSpPr>
          <p:cNvPr id="384" name="Google Shape;384;p54"/>
          <p:cNvSpPr txBox="1"/>
          <p:nvPr>
            <p:ph idx="3" type="subTitle"/>
          </p:nvPr>
        </p:nvSpPr>
        <p:spPr>
          <a:xfrm>
            <a:off x="751682" y="3555716"/>
            <a:ext cx="3234300" cy="5232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2200">
                <a:latin typeface="Kantumruy Pro"/>
                <a:ea typeface="Kantumruy Pro"/>
                <a:cs typeface="Kantumruy Pro"/>
                <a:sym typeface="Kantumruy Pro"/>
              </a:rPr>
              <a:t>លក្ខណៈ Design Pattern</a:t>
            </a:r>
            <a:endParaRPr sz="2200"/>
          </a:p>
        </p:txBody>
      </p:sp>
      <p:sp>
        <p:nvSpPr>
          <p:cNvPr id="385" name="Google Shape;385;p54"/>
          <p:cNvSpPr txBox="1"/>
          <p:nvPr>
            <p:ph idx="4" type="subTitle"/>
          </p:nvPr>
        </p:nvSpPr>
        <p:spPr>
          <a:xfrm>
            <a:off x="5219296" y="1857035"/>
            <a:ext cx="3234300" cy="5232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accent1"/>
              </a:buClr>
              <a:buSzPts val="1100"/>
              <a:buNone/>
            </a:pPr>
            <a:r>
              <a:rPr lang="en" sz="2200">
                <a:latin typeface="Kantumruy Pro"/>
                <a:ea typeface="Kantumruy Pro"/>
                <a:cs typeface="Kantumruy Pro"/>
                <a:sym typeface="Kantumruy Pro"/>
              </a:rPr>
              <a:t>Use Case Diagram</a:t>
            </a:r>
            <a:endParaRPr sz="2200"/>
          </a:p>
        </p:txBody>
      </p:sp>
      <p:sp>
        <p:nvSpPr>
          <p:cNvPr id="386" name="Google Shape;386;p54"/>
          <p:cNvSpPr txBox="1"/>
          <p:nvPr>
            <p:ph idx="5" type="subTitle"/>
          </p:nvPr>
        </p:nvSpPr>
        <p:spPr>
          <a:xfrm>
            <a:off x="5247029" y="2713455"/>
            <a:ext cx="4471200" cy="5232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2200">
                <a:latin typeface="Kantumruy Pro"/>
                <a:ea typeface="Kantumruy Pro"/>
                <a:cs typeface="Kantumruy Pro"/>
                <a:sym typeface="Kantumruy Pro"/>
              </a:rPr>
              <a:t>សន្និដ្ឋាន</a:t>
            </a:r>
            <a:endParaRPr sz="2200">
              <a:latin typeface="Kantumruy Pro"/>
              <a:ea typeface="Kantumruy Pro"/>
              <a:cs typeface="Kantumruy Pro"/>
              <a:sym typeface="Kantumruy Pro"/>
            </a:endParaRPr>
          </a:p>
        </p:txBody>
      </p:sp>
      <p:sp>
        <p:nvSpPr>
          <p:cNvPr id="387" name="Google Shape;387;p54"/>
          <p:cNvSpPr txBox="1"/>
          <p:nvPr>
            <p:ph idx="6" type="subTitle"/>
          </p:nvPr>
        </p:nvSpPr>
        <p:spPr>
          <a:xfrm>
            <a:off x="5283410" y="3566953"/>
            <a:ext cx="3727500" cy="5064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Clr>
                <a:schemeClr val="accent1"/>
              </a:buClr>
              <a:buSzPts val="1100"/>
              <a:buNone/>
            </a:pPr>
            <a:r>
              <a:rPr lang="en" sz="2200">
                <a:latin typeface="Kantumruy Pro"/>
                <a:ea typeface="Kantumruy Pro"/>
                <a:cs typeface="Kantumruy Pro"/>
                <a:sym typeface="Kantumruy Pro"/>
              </a:rPr>
              <a:t>Demo</a:t>
            </a:r>
            <a:endParaRPr sz="2200">
              <a:latin typeface="Kantumruy Pro"/>
              <a:ea typeface="Kantumruy Pro"/>
              <a:cs typeface="Kantumruy Pro"/>
              <a:sym typeface="Kantumruy Pro"/>
            </a:endParaRPr>
          </a:p>
        </p:txBody>
      </p:sp>
      <p:sp>
        <p:nvSpPr>
          <p:cNvPr id="388" name="Google Shape;388;p54"/>
          <p:cNvSpPr txBox="1"/>
          <p:nvPr/>
        </p:nvSpPr>
        <p:spPr>
          <a:xfrm>
            <a:off x="382449" y="1883577"/>
            <a:ext cx="4767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1</a:t>
            </a:r>
            <a:endParaRPr sz="2200">
              <a:solidFill>
                <a:schemeClr val="dk2"/>
              </a:solidFill>
              <a:latin typeface="Inter Tight SemiBold"/>
              <a:ea typeface="Inter Tight SemiBold"/>
              <a:cs typeface="Inter Tight SemiBold"/>
              <a:sym typeface="Inter Tight SemiBold"/>
            </a:endParaRPr>
          </a:p>
          <a:p>
            <a:pPr indent="0" lvl="0" marL="0" rtl="0" algn="l">
              <a:spcBef>
                <a:spcPts val="0"/>
              </a:spcBef>
              <a:spcAft>
                <a:spcPts val="0"/>
              </a:spcAft>
              <a:buNone/>
            </a:pPr>
            <a:r>
              <a:t/>
            </a:r>
            <a:endParaRPr sz="2200">
              <a:solidFill>
                <a:schemeClr val="dk2"/>
              </a:solidFill>
              <a:latin typeface="Inter Tight SemiBold"/>
              <a:ea typeface="Inter Tight SemiBold"/>
              <a:cs typeface="Inter Tight SemiBold"/>
              <a:sym typeface="Inter Tight SemiBold"/>
            </a:endParaRPr>
          </a:p>
        </p:txBody>
      </p:sp>
      <p:sp>
        <p:nvSpPr>
          <p:cNvPr id="389" name="Google Shape;389;p54"/>
          <p:cNvSpPr txBox="1"/>
          <p:nvPr/>
        </p:nvSpPr>
        <p:spPr>
          <a:xfrm>
            <a:off x="370318" y="2743588"/>
            <a:ext cx="4767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2</a:t>
            </a:r>
            <a:endParaRPr sz="2200">
              <a:solidFill>
                <a:schemeClr val="dk2"/>
              </a:solidFill>
              <a:latin typeface="Inter Tight SemiBold"/>
              <a:ea typeface="Inter Tight SemiBold"/>
              <a:cs typeface="Inter Tight SemiBold"/>
              <a:sym typeface="Inter Tight SemiBold"/>
            </a:endParaRPr>
          </a:p>
          <a:p>
            <a:pPr indent="0" lvl="0" marL="0" rtl="0" algn="l">
              <a:spcBef>
                <a:spcPts val="0"/>
              </a:spcBef>
              <a:spcAft>
                <a:spcPts val="0"/>
              </a:spcAft>
              <a:buNone/>
            </a:pPr>
            <a:r>
              <a:t/>
            </a:r>
            <a:endParaRPr sz="1700">
              <a:solidFill>
                <a:schemeClr val="dk2"/>
              </a:solidFill>
              <a:latin typeface="Inter Tight SemiBold"/>
              <a:ea typeface="Inter Tight SemiBold"/>
              <a:cs typeface="Inter Tight SemiBold"/>
              <a:sym typeface="Inter Tight SemiBold"/>
            </a:endParaRPr>
          </a:p>
        </p:txBody>
      </p:sp>
      <p:sp>
        <p:nvSpPr>
          <p:cNvPr id="390" name="Google Shape;390;p54"/>
          <p:cNvSpPr txBox="1"/>
          <p:nvPr/>
        </p:nvSpPr>
        <p:spPr>
          <a:xfrm>
            <a:off x="382449" y="3573853"/>
            <a:ext cx="4767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3</a:t>
            </a:r>
            <a:endParaRPr sz="2200">
              <a:solidFill>
                <a:schemeClr val="dk2"/>
              </a:solidFill>
              <a:latin typeface="Inter Tight SemiBold"/>
              <a:ea typeface="Inter Tight SemiBold"/>
              <a:cs typeface="Inter Tight SemiBold"/>
              <a:sym typeface="Inter Tight SemiBold"/>
            </a:endParaRPr>
          </a:p>
          <a:p>
            <a:pPr indent="0" lvl="0" marL="0" rtl="0" algn="l">
              <a:spcBef>
                <a:spcPts val="0"/>
              </a:spcBef>
              <a:spcAft>
                <a:spcPts val="0"/>
              </a:spcAft>
              <a:buNone/>
            </a:pPr>
            <a:r>
              <a:t/>
            </a:r>
            <a:endParaRPr sz="1700">
              <a:solidFill>
                <a:schemeClr val="dk2"/>
              </a:solidFill>
              <a:latin typeface="Inter Tight SemiBold"/>
              <a:ea typeface="Inter Tight SemiBold"/>
              <a:cs typeface="Inter Tight SemiBold"/>
              <a:sym typeface="Inter Tight SemiBold"/>
            </a:endParaRPr>
          </a:p>
        </p:txBody>
      </p:sp>
      <p:sp>
        <p:nvSpPr>
          <p:cNvPr id="391" name="Google Shape;391;p54"/>
          <p:cNvSpPr txBox="1"/>
          <p:nvPr/>
        </p:nvSpPr>
        <p:spPr>
          <a:xfrm>
            <a:off x="4755225" y="1870949"/>
            <a:ext cx="4767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4</a:t>
            </a:r>
            <a:endParaRPr sz="2200">
              <a:solidFill>
                <a:schemeClr val="dk2"/>
              </a:solidFill>
              <a:latin typeface="Inter Tight SemiBold"/>
              <a:ea typeface="Inter Tight SemiBold"/>
              <a:cs typeface="Inter Tight SemiBold"/>
              <a:sym typeface="Inter Tight SemiBold"/>
            </a:endParaRPr>
          </a:p>
          <a:p>
            <a:pPr indent="0" lvl="0" marL="0" rtl="0" algn="l">
              <a:spcBef>
                <a:spcPts val="0"/>
              </a:spcBef>
              <a:spcAft>
                <a:spcPts val="0"/>
              </a:spcAft>
              <a:buNone/>
            </a:pPr>
            <a:r>
              <a:t/>
            </a:r>
            <a:endParaRPr sz="1700">
              <a:solidFill>
                <a:schemeClr val="dk2"/>
              </a:solidFill>
              <a:latin typeface="Inter Tight SemiBold"/>
              <a:ea typeface="Inter Tight SemiBold"/>
              <a:cs typeface="Inter Tight SemiBold"/>
              <a:sym typeface="Inter Tight SemiBold"/>
            </a:endParaRPr>
          </a:p>
        </p:txBody>
      </p:sp>
      <p:sp>
        <p:nvSpPr>
          <p:cNvPr id="392" name="Google Shape;392;p54"/>
          <p:cNvSpPr txBox="1"/>
          <p:nvPr/>
        </p:nvSpPr>
        <p:spPr>
          <a:xfrm>
            <a:off x="4753016" y="2734499"/>
            <a:ext cx="4767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5</a:t>
            </a:r>
            <a:endParaRPr sz="2200">
              <a:solidFill>
                <a:schemeClr val="dk2"/>
              </a:solidFill>
              <a:latin typeface="Inter Tight SemiBold"/>
              <a:ea typeface="Inter Tight SemiBold"/>
              <a:cs typeface="Inter Tight SemiBold"/>
              <a:sym typeface="Inter Tight SemiBold"/>
            </a:endParaRPr>
          </a:p>
          <a:p>
            <a:pPr indent="0" lvl="0" marL="0" rtl="0" algn="l">
              <a:spcBef>
                <a:spcPts val="0"/>
              </a:spcBef>
              <a:spcAft>
                <a:spcPts val="0"/>
              </a:spcAft>
              <a:buNone/>
            </a:pPr>
            <a:r>
              <a:t/>
            </a:r>
            <a:endParaRPr sz="1700">
              <a:solidFill>
                <a:schemeClr val="dk2"/>
              </a:solidFill>
              <a:latin typeface="Inter Tight SemiBold"/>
              <a:ea typeface="Inter Tight SemiBold"/>
              <a:cs typeface="Inter Tight SemiBold"/>
              <a:sym typeface="Inter Tight SemiBold"/>
            </a:endParaRPr>
          </a:p>
        </p:txBody>
      </p:sp>
      <p:sp>
        <p:nvSpPr>
          <p:cNvPr id="393" name="Google Shape;393;p54"/>
          <p:cNvSpPr txBox="1"/>
          <p:nvPr/>
        </p:nvSpPr>
        <p:spPr>
          <a:xfrm>
            <a:off x="4772826" y="3566726"/>
            <a:ext cx="4767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a:solidFill>
                  <a:schemeClr val="dk2"/>
                </a:solidFill>
                <a:latin typeface="Inter Tight SemiBold"/>
                <a:ea typeface="Inter Tight SemiBold"/>
                <a:cs typeface="Inter Tight SemiBold"/>
                <a:sym typeface="Inter Tight SemiBold"/>
              </a:rPr>
              <a:t>6</a:t>
            </a:r>
            <a:endParaRPr sz="2200">
              <a:solidFill>
                <a:schemeClr val="dk2"/>
              </a:solidFill>
              <a:latin typeface="Inter Tight SemiBold"/>
              <a:ea typeface="Inter Tight SemiBold"/>
              <a:cs typeface="Inter Tight SemiBold"/>
              <a:sym typeface="Inter Tight SemiBo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5"/>
          <p:cNvSpPr txBox="1"/>
          <p:nvPr>
            <p:ph idx="1" type="subTitle"/>
          </p:nvPr>
        </p:nvSpPr>
        <p:spPr>
          <a:xfrm>
            <a:off x="405123" y="293700"/>
            <a:ext cx="34755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solidFill>
                  <a:schemeClr val="accent1"/>
                </a:solidFill>
                <a:latin typeface="Kantumruy Pro"/>
                <a:ea typeface="Kantumruy Pro"/>
                <a:cs typeface="Kantumruy Pro"/>
                <a:sym typeface="Kantumruy Pro"/>
              </a:rPr>
              <a:t>គោលបំណងនៃប្រព័ន្ធ</a:t>
            </a:r>
            <a:endParaRPr sz="3400">
              <a:solidFill>
                <a:schemeClr val="accent1"/>
              </a:solidFill>
              <a:latin typeface="Kantumruy Pro"/>
              <a:ea typeface="Kantumruy Pro"/>
              <a:cs typeface="Kantumruy Pro"/>
              <a:sym typeface="Kantumruy Pro"/>
            </a:endParaRPr>
          </a:p>
        </p:txBody>
      </p:sp>
      <p:sp>
        <p:nvSpPr>
          <p:cNvPr id="399" name="Google Shape;399;p55"/>
          <p:cNvSpPr txBox="1"/>
          <p:nvPr/>
        </p:nvSpPr>
        <p:spPr>
          <a:xfrm>
            <a:off x="562550" y="967800"/>
            <a:ext cx="8581500" cy="1681800"/>
          </a:xfrm>
          <a:prstGeom prst="rect">
            <a:avLst/>
          </a:prstGeom>
          <a:noFill/>
          <a:ln>
            <a:noFill/>
          </a:ln>
        </p:spPr>
        <p:txBody>
          <a:bodyPr anchorCtr="0" anchor="t" bIns="91425" lIns="91425" spcFirstLastPara="1" rIns="91425" wrap="square" tIns="91425">
            <a:spAutoFit/>
          </a:bodyPr>
          <a:lstStyle/>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គោលបំណងនៃប្រព័ន្ធ Mart Management System គឺដើម្បីជួយឲ្យម្ចាស់សហគ្រាស</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ឬអ្នកគ្រប់គ្រងផ្សារ អាចគ្រប់គ្រងទិន្</a:t>
            </a:r>
            <a:r>
              <a:rPr lang="en" sz="1600">
                <a:solidFill>
                  <a:schemeClr val="dk1"/>
                </a:solidFill>
                <a:latin typeface="Kantumruy Pro"/>
                <a:ea typeface="Kantumruy Pro"/>
                <a:cs typeface="Kantumruy Pro"/>
                <a:sym typeface="Kantumruy Pro"/>
              </a:rPr>
              <a:t>ន័</a:t>
            </a:r>
            <a:r>
              <a:rPr lang="en" sz="1600">
                <a:solidFill>
                  <a:schemeClr val="dk1"/>
                </a:solidFill>
                <a:latin typeface="Kantumruy Pro"/>
                <a:ea typeface="Kantumruy Pro"/>
                <a:cs typeface="Kantumruy Pro"/>
                <a:sym typeface="Kantumruy Pro"/>
              </a:rPr>
              <a:t>យនានាដែលទាក់ទងនឹងអាជីវកម្មយ៉ាងមានប្រសិទ្ធភាព</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និងប្រើប្រាស់បានងាយស្រួល រួមមាន</a:t>
            </a:r>
            <a:r>
              <a:rPr lang="en" sz="1800">
                <a:solidFill>
                  <a:schemeClr val="dk1"/>
                </a:solidFill>
                <a:latin typeface="Kantumruy Pro"/>
                <a:ea typeface="Kantumruy Pro"/>
                <a:cs typeface="Kantumruy Pro"/>
                <a:sym typeface="Kantumruy Pro"/>
              </a:rPr>
              <a:t>៖</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rgbClr val="374151"/>
              </a:buClr>
              <a:buSzPts val="1100"/>
              <a:buFont typeface="Arial"/>
              <a:buNone/>
            </a:pPr>
            <a:r>
              <a:t/>
            </a:r>
            <a:endParaRPr sz="1600">
              <a:solidFill>
                <a:schemeClr val="dk1"/>
              </a:solidFill>
              <a:latin typeface="Kantumruy Pro"/>
              <a:ea typeface="Kantumruy Pro"/>
              <a:cs typeface="Kantumruy Pro"/>
              <a:sym typeface="Kantumruy Pro"/>
            </a:endParaRPr>
          </a:p>
        </p:txBody>
      </p:sp>
      <p:sp>
        <p:nvSpPr>
          <p:cNvPr id="400" name="Google Shape;400;p5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01" name="Google Shape;401;p55"/>
          <p:cNvSpPr txBox="1"/>
          <p:nvPr/>
        </p:nvSpPr>
        <p:spPr>
          <a:xfrm>
            <a:off x="653250" y="2432200"/>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02" name="Google Shape;402;p55"/>
          <p:cNvSpPr txBox="1"/>
          <p:nvPr/>
        </p:nvSpPr>
        <p:spPr>
          <a:xfrm>
            <a:off x="1712750" y="2450800"/>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ការគ្រប់គ្រងព័ត៌មានអំពី ផលិតផល (Products) ដូចជា ឈ្មោះ តម្លៃ ឯកតា និងស្ថានភាពលក់។</a:t>
            </a:r>
            <a:endParaRPr sz="1500">
              <a:solidFill>
                <a:schemeClr val="dk1"/>
              </a:solidFill>
              <a:latin typeface="Kantumruy Pro"/>
              <a:ea typeface="Kantumruy Pro"/>
              <a:cs typeface="Kantumruy Pro"/>
              <a:sym typeface="Kantumruy Pro"/>
            </a:endParaRPr>
          </a:p>
        </p:txBody>
      </p:sp>
      <p:sp>
        <p:nvSpPr>
          <p:cNvPr id="403" name="Google Shape;403;p55"/>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pic>
        <p:nvPicPr>
          <p:cNvPr id="404" name="Google Shape;404;p55"/>
          <p:cNvPicPr preferRelativeResize="0"/>
          <p:nvPr/>
        </p:nvPicPr>
        <p:blipFill>
          <a:blip r:embed="rId3">
            <a:alphaModFix/>
          </a:blip>
          <a:stretch>
            <a:fillRect/>
          </a:stretch>
        </p:blipFill>
        <p:spPr>
          <a:xfrm>
            <a:off x="807522" y="2480058"/>
            <a:ext cx="674100" cy="674100"/>
          </a:xfrm>
          <a:prstGeom prst="rect">
            <a:avLst/>
          </a:prstGeom>
          <a:noFill/>
          <a:ln>
            <a:noFill/>
          </a:ln>
        </p:spPr>
      </p:pic>
      <p:sp>
        <p:nvSpPr>
          <p:cNvPr id="405" name="Google Shape;405;p55"/>
          <p:cNvSpPr txBox="1"/>
          <p:nvPr/>
        </p:nvSpPr>
        <p:spPr>
          <a:xfrm>
            <a:off x="670727" y="346291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06" name="Google Shape;406;p55"/>
          <p:cNvSpPr txBox="1"/>
          <p:nvPr/>
        </p:nvSpPr>
        <p:spPr>
          <a:xfrm>
            <a:off x="1730227" y="348151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អតិថិជន (Customers) និង អ្នកផ្គត់ផ្គង់ (Suppliers)</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ដើម្បីរក្សាទំនាក់ទំនងក្នុងការទិញ និងលក់។</a:t>
            </a:r>
            <a:endParaRPr sz="1500">
              <a:solidFill>
                <a:schemeClr val="dk1"/>
              </a:solidFill>
              <a:latin typeface="Kantumruy Pro"/>
              <a:ea typeface="Kantumruy Pro"/>
              <a:cs typeface="Kantumruy Pro"/>
              <a:sym typeface="Kantumruy Pro"/>
            </a:endParaRPr>
          </a:p>
        </p:txBody>
      </p:sp>
      <p:pic>
        <p:nvPicPr>
          <p:cNvPr id="407" name="Google Shape;407;p55"/>
          <p:cNvPicPr preferRelativeResize="0"/>
          <p:nvPr/>
        </p:nvPicPr>
        <p:blipFill>
          <a:blip r:embed="rId4">
            <a:alphaModFix/>
          </a:blip>
          <a:stretch>
            <a:fillRect/>
          </a:stretch>
        </p:blipFill>
        <p:spPr>
          <a:xfrm>
            <a:off x="821457" y="3543209"/>
            <a:ext cx="674100" cy="6741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56"/>
          <p:cNvSpPr txBox="1"/>
          <p:nvPr>
            <p:ph idx="12" type="sldNum"/>
          </p:nvPr>
        </p:nvSpPr>
        <p:spPr>
          <a:xfrm>
            <a:off x="8903351"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13" name="Google Shape;413;p56"/>
          <p:cNvSpPr txBox="1"/>
          <p:nvPr/>
        </p:nvSpPr>
        <p:spPr>
          <a:xfrm>
            <a:off x="1084143" y="368554"/>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14" name="Google Shape;414;p56"/>
          <p:cNvSpPr txBox="1"/>
          <p:nvPr/>
        </p:nvSpPr>
        <p:spPr>
          <a:xfrm>
            <a:off x="2143643" y="387154"/>
            <a:ext cx="5461500" cy="1108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ការទិញ (Purchases) និង ការលក់ (Sales) ដើម្បីទាញយករបាយការណ៍និងតាមដានប្រតិបត្តិការរបស់ហាង។</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sz="1500">
              <a:solidFill>
                <a:schemeClr val="dk1"/>
              </a:solidFill>
              <a:latin typeface="Kantumruy Pro"/>
              <a:ea typeface="Kantumruy Pro"/>
              <a:cs typeface="Kantumruy Pro"/>
              <a:sym typeface="Kantumruy Pro"/>
            </a:endParaRPr>
          </a:p>
        </p:txBody>
      </p:sp>
      <p:sp>
        <p:nvSpPr>
          <p:cNvPr id="415" name="Google Shape;415;p5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416" name="Google Shape;416;p56"/>
          <p:cNvSpPr txBox="1"/>
          <p:nvPr/>
        </p:nvSpPr>
        <p:spPr>
          <a:xfrm>
            <a:off x="1101620" y="139927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17" name="Google Shape;417;p56"/>
          <p:cNvSpPr txBox="1"/>
          <p:nvPr/>
        </p:nvSpPr>
        <p:spPr>
          <a:xfrm>
            <a:off x="2161120" y="141787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បុគ្គលិក (Employees) និងតួនាទី (Roles) ដើម្បីកំណត់សិទ្ធិប្រើប្រាស់ប្រព័ន្ធ។</a:t>
            </a:r>
            <a:endParaRPr sz="1500">
              <a:solidFill>
                <a:schemeClr val="dk1"/>
              </a:solidFill>
              <a:latin typeface="Kantumruy Pro"/>
              <a:ea typeface="Kantumruy Pro"/>
              <a:cs typeface="Kantumruy Pro"/>
              <a:sym typeface="Kantumruy Pro"/>
            </a:endParaRPr>
          </a:p>
        </p:txBody>
      </p:sp>
      <p:pic>
        <p:nvPicPr>
          <p:cNvPr id="418" name="Google Shape;418;p56"/>
          <p:cNvPicPr preferRelativeResize="0"/>
          <p:nvPr/>
        </p:nvPicPr>
        <p:blipFill>
          <a:blip r:embed="rId3">
            <a:alphaModFix/>
          </a:blip>
          <a:stretch>
            <a:fillRect/>
          </a:stretch>
        </p:blipFill>
        <p:spPr>
          <a:xfrm>
            <a:off x="1235306" y="448212"/>
            <a:ext cx="674100" cy="674100"/>
          </a:xfrm>
          <a:prstGeom prst="rect">
            <a:avLst/>
          </a:prstGeom>
          <a:noFill/>
          <a:ln>
            <a:noFill/>
          </a:ln>
        </p:spPr>
      </p:pic>
      <p:pic>
        <p:nvPicPr>
          <p:cNvPr id="419" name="Google Shape;419;p56"/>
          <p:cNvPicPr preferRelativeResize="0"/>
          <p:nvPr/>
        </p:nvPicPr>
        <p:blipFill>
          <a:blip r:embed="rId4">
            <a:alphaModFix/>
          </a:blip>
          <a:stretch>
            <a:fillRect/>
          </a:stretch>
        </p:blipFill>
        <p:spPr>
          <a:xfrm>
            <a:off x="1133268" y="1386715"/>
            <a:ext cx="859800" cy="859800"/>
          </a:xfrm>
          <a:prstGeom prst="rect">
            <a:avLst/>
          </a:prstGeom>
          <a:noFill/>
          <a:ln>
            <a:noFill/>
          </a:ln>
        </p:spPr>
      </p:pic>
      <p:sp>
        <p:nvSpPr>
          <p:cNvPr id="420" name="Google Shape;420;p56"/>
          <p:cNvSpPr txBox="1"/>
          <p:nvPr/>
        </p:nvSpPr>
        <p:spPr>
          <a:xfrm>
            <a:off x="1101620" y="244656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21" name="Google Shape;421;p56"/>
          <p:cNvSpPr txBox="1"/>
          <p:nvPr/>
        </p:nvSpPr>
        <p:spPr>
          <a:xfrm>
            <a:off x="2161120" y="246516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សារពើភ័ណ្ឌ (Inventory) ដើម្បីដឹងពីបរិមាណទំនិញនៅក្នុងស្តុក</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និងការបញ្ជាទិញបន្ថែម។</a:t>
            </a:r>
            <a:endParaRPr sz="1500">
              <a:solidFill>
                <a:schemeClr val="dk1"/>
              </a:solidFill>
              <a:latin typeface="Kantumruy Pro"/>
              <a:ea typeface="Kantumruy Pro"/>
              <a:cs typeface="Kantumruy Pro"/>
              <a:sym typeface="Kantumruy Pro"/>
            </a:endParaRPr>
          </a:p>
        </p:txBody>
      </p:sp>
      <p:pic>
        <p:nvPicPr>
          <p:cNvPr id="422" name="Google Shape;422;p56"/>
          <p:cNvPicPr preferRelativeResize="0"/>
          <p:nvPr/>
        </p:nvPicPr>
        <p:blipFill>
          <a:blip r:embed="rId5">
            <a:alphaModFix/>
          </a:blip>
          <a:stretch>
            <a:fillRect/>
          </a:stretch>
        </p:blipFill>
        <p:spPr>
          <a:xfrm>
            <a:off x="1269336" y="2499196"/>
            <a:ext cx="762001" cy="762001"/>
          </a:xfrm>
          <a:prstGeom prst="rect">
            <a:avLst/>
          </a:prstGeom>
          <a:noFill/>
          <a:ln>
            <a:noFill/>
          </a:ln>
        </p:spPr>
      </p:pic>
      <p:sp>
        <p:nvSpPr>
          <p:cNvPr id="423" name="Google Shape;423;p56"/>
          <p:cNvSpPr txBox="1"/>
          <p:nvPr/>
        </p:nvSpPr>
        <p:spPr>
          <a:xfrm>
            <a:off x="1084143" y="359146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424" name="Google Shape;424;p56"/>
          <p:cNvSpPr txBox="1"/>
          <p:nvPr/>
        </p:nvSpPr>
        <p:spPr>
          <a:xfrm>
            <a:off x="2143643" y="361006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ការទូទាត់ (Payments) ដើម្បីតាមដានប្រាក់ចូលចេញ</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និងស្ថានភាពនៃការបង់ប្រាក់។</a:t>
            </a:r>
            <a:endParaRPr sz="1500">
              <a:solidFill>
                <a:schemeClr val="dk1"/>
              </a:solidFill>
              <a:latin typeface="Kantumruy Pro"/>
              <a:ea typeface="Kantumruy Pro"/>
              <a:cs typeface="Kantumruy Pro"/>
              <a:sym typeface="Kantumruy Pro"/>
            </a:endParaRPr>
          </a:p>
        </p:txBody>
      </p:sp>
      <p:pic>
        <p:nvPicPr>
          <p:cNvPr id="425" name="Google Shape;425;p56"/>
          <p:cNvPicPr preferRelativeResize="0"/>
          <p:nvPr/>
        </p:nvPicPr>
        <p:blipFill>
          <a:blip r:embed="rId6">
            <a:alphaModFix/>
          </a:blip>
          <a:stretch>
            <a:fillRect/>
          </a:stretch>
        </p:blipFill>
        <p:spPr>
          <a:xfrm>
            <a:off x="1231543" y="3640362"/>
            <a:ext cx="761999" cy="7619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subTitle"/>
          </p:nvPr>
        </p:nvSpPr>
        <p:spPr>
          <a:xfrm>
            <a:off x="405126" y="-23800"/>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solidFill>
                  <a:schemeClr val="accent1"/>
                </a:solidFill>
                <a:latin typeface="Kantumruy Pro"/>
                <a:ea typeface="Kantumruy Pro"/>
                <a:cs typeface="Kantumruy Pro"/>
                <a:sym typeface="Kantumruy Pro"/>
              </a:rPr>
              <a:t>Form</a:t>
            </a:r>
            <a:endParaRPr>
              <a:solidFill>
                <a:schemeClr val="accent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t/>
            </a:r>
            <a:endParaRPr b="1" sz="2500">
              <a:solidFill>
                <a:schemeClr val="dk1"/>
              </a:solidFill>
              <a:latin typeface="Kantumruy Pro"/>
              <a:ea typeface="Kantumruy Pro"/>
              <a:cs typeface="Kantumruy Pro"/>
              <a:sym typeface="Kantumruy Pro"/>
            </a:endParaRPr>
          </a:p>
        </p:txBody>
      </p:sp>
      <p:sp>
        <p:nvSpPr>
          <p:cNvPr id="431" name="Google Shape;431;p5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32" name="Google Shape;432;p5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Orn Pheakdey</a:t>
            </a:r>
            <a:endParaRPr b="1" i="1">
              <a:solidFill>
                <a:srgbClr val="FF0000"/>
              </a:solidFill>
            </a:endParaRPr>
          </a:p>
        </p:txBody>
      </p:sp>
      <p:pic>
        <p:nvPicPr>
          <p:cNvPr id="433" name="Google Shape;433;p57" title="FormEmployee.PNG"/>
          <p:cNvPicPr preferRelativeResize="0"/>
          <p:nvPr/>
        </p:nvPicPr>
        <p:blipFill>
          <a:blip r:embed="rId3">
            <a:alphaModFix/>
          </a:blip>
          <a:stretch>
            <a:fillRect/>
          </a:stretch>
        </p:blipFill>
        <p:spPr>
          <a:xfrm>
            <a:off x="2319579" y="680368"/>
            <a:ext cx="6692474" cy="3560525"/>
          </a:xfrm>
          <a:prstGeom prst="rect">
            <a:avLst/>
          </a:prstGeom>
          <a:noFill/>
          <a:ln cap="flat" cmpd="sng" w="9525">
            <a:solidFill>
              <a:schemeClr val="dk2"/>
            </a:solidFill>
            <a:prstDash val="solid"/>
            <a:round/>
            <a:headEnd len="sm" w="sm" type="none"/>
            <a:tailEnd len="sm" w="sm" type="none"/>
          </a:ln>
        </p:spPr>
      </p:pic>
      <p:sp>
        <p:nvSpPr>
          <p:cNvPr id="434" name="Google Shape;434;p57"/>
          <p:cNvSpPr txBox="1"/>
          <p:nvPr/>
        </p:nvSpPr>
        <p:spPr>
          <a:xfrm>
            <a:off x="393786" y="1162407"/>
            <a:ext cx="19194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FormEmployee អនុញ្ញាត​ឱ្យ​អ្នក​ប្រើ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​មើល ថែម កែប្រែ និង​ លុប​ ព័ត៌មាន​ បុគ្គលិក។</a:t>
            </a:r>
            <a:endParaRPr sz="1500">
              <a:solidFill>
                <a:schemeClr val="dk1"/>
              </a:solidFill>
              <a:latin typeface="Kantumruy Pro"/>
              <a:ea typeface="Kantumruy Pro"/>
              <a:cs typeface="Kantumruy Pro"/>
              <a:sym typeface="Kantumruy Pr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5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40" name="Google Shape;440;p58"/>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Orn Pheakdey</a:t>
            </a:r>
            <a:endParaRPr b="1" i="1">
              <a:solidFill>
                <a:srgbClr val="FF0000"/>
              </a:solidFill>
            </a:endParaRPr>
          </a:p>
        </p:txBody>
      </p:sp>
      <p:sp>
        <p:nvSpPr>
          <p:cNvPr id="441" name="Google Shape;441;p58"/>
          <p:cNvSpPr txBox="1"/>
          <p:nvPr/>
        </p:nvSpPr>
        <p:spPr>
          <a:xfrm>
            <a:off x="16699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FormCustomer អនុញ្ញាត​ឱ្យ​អ្នក​ប្រើ​ប្រាស់​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មើល កែប្រែ និង​ បន្ថែម​ ព័ត៌មាន​លម្អិត​របស់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អតិថិជន​ទាំងអស់។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442" name="Google Shape;442;p58" title="FormCustomer.PNG"/>
          <p:cNvPicPr preferRelativeResize="0"/>
          <p:nvPr/>
        </p:nvPicPr>
        <p:blipFill>
          <a:blip r:embed="rId3">
            <a:alphaModFix/>
          </a:blip>
          <a:stretch>
            <a:fillRect/>
          </a:stretch>
        </p:blipFill>
        <p:spPr>
          <a:xfrm>
            <a:off x="1926375" y="401850"/>
            <a:ext cx="7111049" cy="38957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5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48" name="Google Shape;448;p59"/>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Orn Pheakdey</a:t>
            </a:r>
            <a:endParaRPr b="1" i="1">
              <a:solidFill>
                <a:srgbClr val="FF0000"/>
              </a:solidFill>
            </a:endParaRPr>
          </a:p>
        </p:txBody>
      </p:sp>
      <p:sp>
        <p:nvSpPr>
          <p:cNvPr id="449" name="Google Shape;449;p59"/>
          <p:cNvSpPr txBox="1"/>
          <p:nvPr/>
        </p:nvSpPr>
        <p:spPr>
          <a:xfrm>
            <a:off x="17833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 ការ​ទូទាត់​ប្រាក់</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(FormPayment) ជា​កន្លែង​សម្រាប់​ </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កត់ត្រា និង​គ្រប់គ្រង​ ប្រតិបត្តិការ​ទូទាត់​នានា។</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450" name="Google Shape;450;p59" title="FormPayment.PNG"/>
          <p:cNvPicPr preferRelativeResize="0"/>
          <p:nvPr/>
        </p:nvPicPr>
        <p:blipFill>
          <a:blip r:embed="rId3">
            <a:alphaModFix/>
          </a:blip>
          <a:stretch>
            <a:fillRect/>
          </a:stretch>
        </p:blipFill>
        <p:spPr>
          <a:xfrm>
            <a:off x="1979743" y="422318"/>
            <a:ext cx="7091701" cy="35577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6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56" name="Google Shape;456;p60"/>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Orn Pheakdey</a:t>
            </a:r>
            <a:endParaRPr b="1" i="1">
              <a:solidFill>
                <a:srgbClr val="FF0000"/>
              </a:solidFill>
            </a:endParaRPr>
          </a:p>
        </p:txBody>
      </p:sp>
      <p:sp>
        <p:nvSpPr>
          <p:cNvPr id="457" name="Google Shape;457;p60"/>
          <p:cNvSpPr txBox="1"/>
          <p:nvPr/>
        </p:nvSpPr>
        <p:spPr>
          <a:xfrm>
            <a:off x="238125" y="1445900"/>
            <a:ext cx="26421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FormSale ប្រើ​សម្រាប់​កត់ត្រា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​រាល់​ប្រតិបត្តិការ​លក់​ទំនិញ ឬ​ សេវាកម្ម​ទៅ​ឱ្យ​អតិថិជន (Customers)។</a:t>
            </a:r>
            <a:endParaRPr sz="1500">
              <a:solidFill>
                <a:schemeClr val="dk1"/>
              </a:solidFill>
              <a:latin typeface="Kantumruy Pro"/>
              <a:ea typeface="Kantumruy Pro"/>
              <a:cs typeface="Kantumruy Pro"/>
              <a:sym typeface="Kantumruy Pro"/>
            </a:endParaRPr>
          </a:p>
        </p:txBody>
      </p:sp>
      <p:pic>
        <p:nvPicPr>
          <p:cNvPr id="458" name="Google Shape;458;p60" title="FormSale.PNG"/>
          <p:cNvPicPr preferRelativeResize="0"/>
          <p:nvPr/>
        </p:nvPicPr>
        <p:blipFill rotWithShape="1">
          <a:blip r:embed="rId3">
            <a:alphaModFix/>
          </a:blip>
          <a:srcRect b="0" l="0" r="0" t="0"/>
          <a:stretch/>
        </p:blipFill>
        <p:spPr>
          <a:xfrm>
            <a:off x="2620999" y="85875"/>
            <a:ext cx="6304276" cy="4970949"/>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6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64" name="Google Shape;464;p61"/>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465" name="Google Shape;465;p61"/>
          <p:cNvSpPr txBox="1"/>
          <p:nvPr>
            <p:ph idx="1" type="subTitle"/>
          </p:nvPr>
        </p:nvSpPr>
        <p:spPr>
          <a:xfrm>
            <a:off x="405126" y="118525"/>
            <a:ext cx="35769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2600">
                <a:solidFill>
                  <a:schemeClr val="accent1"/>
                </a:solidFill>
                <a:latin typeface="Kantumruy Pro"/>
                <a:ea typeface="Kantumruy Pro"/>
                <a:cs typeface="Kantumruy Pro"/>
                <a:sym typeface="Kantumruy Pro"/>
              </a:rPr>
              <a:t>លក្ខណៈ Design Pattern</a:t>
            </a:r>
            <a:endParaRPr sz="2600">
              <a:solidFill>
                <a:schemeClr val="accent1"/>
              </a:solidFill>
              <a:latin typeface="Kantumruy Pro"/>
              <a:ea typeface="Kantumruy Pro"/>
              <a:cs typeface="Kantumruy Pro"/>
              <a:sym typeface="Kantumruy Pro"/>
            </a:endParaRPr>
          </a:p>
        </p:txBody>
      </p:sp>
      <p:sp>
        <p:nvSpPr>
          <p:cNvPr id="466" name="Google Shape;466;p61"/>
          <p:cNvSpPr txBox="1"/>
          <p:nvPr/>
        </p:nvSpPr>
        <p:spPr>
          <a:xfrm>
            <a:off x="120425" y="1177300"/>
            <a:ext cx="2332200" cy="2839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Builder Pattern ត្រូវបានប្រើដើម្បីបំបែកដំណើរការនៃការបង្កើត Object ដ៏ស្មុគស្មាញ (Product) ។</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វាកាត់បន្ថយភាពញ៉េរញ៉ៃនៃការប្រើ Constructor ដែលមាន Parameter ច្រើនពេក។</a:t>
            </a:r>
            <a:endParaRPr sz="1500">
              <a:solidFill>
                <a:schemeClr val="dk1"/>
              </a:solidFill>
              <a:latin typeface="Kantumruy Pro"/>
              <a:ea typeface="Kantumruy Pro"/>
              <a:cs typeface="Kantumruy Pro"/>
              <a:sym typeface="Kantumruy Pro"/>
            </a:endParaRPr>
          </a:p>
          <a:p>
            <a:pPr indent="0" lvl="0" marL="457200" rtl="0" algn="l">
              <a:lnSpc>
                <a:spcPct val="150000"/>
              </a:lnSpc>
              <a:spcBef>
                <a:spcPts val="0"/>
              </a:spcBef>
              <a:spcAft>
                <a:spcPts val="0"/>
              </a:spcAft>
              <a:buNone/>
            </a:pPr>
            <a:r>
              <a:t/>
            </a:r>
            <a:endParaRPr sz="1500">
              <a:solidFill>
                <a:schemeClr val="dk1"/>
              </a:solidFill>
              <a:latin typeface="Kantumruy Pro"/>
              <a:ea typeface="Kantumruy Pro"/>
              <a:cs typeface="Kantumruy Pro"/>
              <a:sym typeface="Kantumruy Pro"/>
            </a:endParaRPr>
          </a:p>
        </p:txBody>
      </p:sp>
      <p:pic>
        <p:nvPicPr>
          <p:cNvPr id="467" name="Google Shape;467;p61" title="FormProduct_Builder.PNG"/>
          <p:cNvPicPr preferRelativeResize="0"/>
          <p:nvPr/>
        </p:nvPicPr>
        <p:blipFill>
          <a:blip r:embed="rId3">
            <a:alphaModFix/>
          </a:blip>
          <a:stretch>
            <a:fillRect/>
          </a:stretch>
        </p:blipFill>
        <p:spPr>
          <a:xfrm>
            <a:off x="2452500" y="879324"/>
            <a:ext cx="6539099" cy="3888743"/>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73" name="Google Shape;473;p62"/>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pic>
        <p:nvPicPr>
          <p:cNvPr id="474" name="Google Shape;474;p62" title="builder.png"/>
          <p:cNvPicPr preferRelativeResize="0"/>
          <p:nvPr/>
        </p:nvPicPr>
        <p:blipFill>
          <a:blip r:embed="rId3">
            <a:alphaModFix/>
          </a:blip>
          <a:stretch>
            <a:fillRect/>
          </a:stretch>
        </p:blipFill>
        <p:spPr>
          <a:xfrm>
            <a:off x="98526" y="164223"/>
            <a:ext cx="8922624" cy="44493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80" name="Google Shape;480;p63"/>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481" name="Google Shape;481;p63"/>
          <p:cNvSpPr txBox="1"/>
          <p:nvPr/>
        </p:nvSpPr>
        <p:spPr>
          <a:xfrm>
            <a:off x="221100" y="791000"/>
            <a:ext cx="2012400" cy="318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Singleton Pattern ត្រូវបានប្រើប្រាស់ដើម្បីគ្រប់គ្រងការភ្ជាប់ (Connection) ទៅកាន់ Database ឱ្យមានតែ មួយគត់ (Single Instance) ក្នុងកម្មវិធីទាំងមូល។</a:t>
            </a:r>
            <a:endParaRPr sz="1500">
              <a:solidFill>
                <a:schemeClr val="dk1"/>
              </a:solidFill>
              <a:latin typeface="Kantumruy Pro"/>
              <a:ea typeface="Kantumruy Pro"/>
              <a:cs typeface="Kantumruy Pro"/>
              <a:sym typeface="Kantumruy Pro"/>
            </a:endParaRPr>
          </a:p>
          <a:p>
            <a:pPr indent="0" lvl="0" marL="457200" rtl="0" algn="l">
              <a:lnSpc>
                <a:spcPct val="150000"/>
              </a:lnSpc>
              <a:spcBef>
                <a:spcPts val="0"/>
              </a:spcBef>
              <a:spcAft>
                <a:spcPts val="0"/>
              </a:spcAft>
              <a:buNone/>
            </a:pPr>
            <a:r>
              <a:t/>
            </a:r>
            <a:endParaRPr sz="1500">
              <a:solidFill>
                <a:schemeClr val="dk1"/>
              </a:solidFill>
              <a:latin typeface="Kantumruy Pro"/>
              <a:ea typeface="Kantumruy Pro"/>
              <a:cs typeface="Kantumruy Pro"/>
              <a:sym typeface="Kantumruy Pro"/>
            </a:endParaRPr>
          </a:p>
        </p:txBody>
      </p:sp>
      <p:pic>
        <p:nvPicPr>
          <p:cNvPr id="482" name="Google Shape;482;p63" title="FormEmployee_Singleton.PNG"/>
          <p:cNvPicPr preferRelativeResize="0"/>
          <p:nvPr/>
        </p:nvPicPr>
        <p:blipFill>
          <a:blip r:embed="rId3">
            <a:alphaModFix/>
          </a:blip>
          <a:stretch>
            <a:fillRect/>
          </a:stretch>
        </p:blipFill>
        <p:spPr>
          <a:xfrm>
            <a:off x="2233500" y="448000"/>
            <a:ext cx="6758101" cy="359540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88" name="Google Shape;488;p64"/>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Clr>
                <a:schemeClr val="dk1"/>
              </a:buClr>
              <a:buSzPts val="1100"/>
              <a:buFont typeface="Arial"/>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pic>
        <p:nvPicPr>
          <p:cNvPr id="489" name="Google Shape;489;p64" title="singleton.png"/>
          <p:cNvPicPr preferRelativeResize="0"/>
          <p:nvPr/>
        </p:nvPicPr>
        <p:blipFill>
          <a:blip r:embed="rId3">
            <a:alphaModFix/>
          </a:blip>
          <a:stretch>
            <a:fillRect/>
          </a:stretch>
        </p:blipFill>
        <p:spPr>
          <a:xfrm>
            <a:off x="185228" y="152400"/>
            <a:ext cx="8806373" cy="4583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495" name="Google Shape;495;p65"/>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496" name="Google Shape;496;p65"/>
          <p:cNvSpPr txBox="1"/>
          <p:nvPr/>
        </p:nvSpPr>
        <p:spPr>
          <a:xfrm>
            <a:off x="117325" y="503666"/>
            <a:ext cx="2026800" cy="3879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Composite Pattern ត្រូវបានប្រើដើម្បីរៀបចំទិន្ន័យដែលមានលក្ខណៈជា Tree Structure (ឋានានុក្រម) ដែលអនុញ្ញាតឱ្យយើងគ្រប់គ្រង "វត្ថុទោល" (Individual objects) និង "ក្រុមនៃវត្ថុ"</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 (Composites) តាមរបៀបដូចគ្នា។</a:t>
            </a:r>
            <a:endParaRPr sz="1500">
              <a:solidFill>
                <a:schemeClr val="dk1"/>
              </a:solidFill>
              <a:latin typeface="Kantumruy Pro"/>
              <a:ea typeface="Kantumruy Pro"/>
              <a:cs typeface="Kantumruy Pro"/>
              <a:sym typeface="Kantumruy Pro"/>
            </a:endParaRPr>
          </a:p>
        </p:txBody>
      </p:sp>
      <p:pic>
        <p:nvPicPr>
          <p:cNvPr id="497" name="Google Shape;497;p65" title="FormReport_Composite.PNG"/>
          <p:cNvPicPr preferRelativeResize="0"/>
          <p:nvPr/>
        </p:nvPicPr>
        <p:blipFill>
          <a:blip r:embed="rId3">
            <a:alphaModFix/>
          </a:blip>
          <a:stretch>
            <a:fillRect/>
          </a:stretch>
        </p:blipFill>
        <p:spPr>
          <a:xfrm>
            <a:off x="2144240" y="798345"/>
            <a:ext cx="6913050" cy="3066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6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03" name="Google Shape;503;p6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pic>
        <p:nvPicPr>
          <p:cNvPr id="504" name="Google Shape;504;p66" title="composite.png"/>
          <p:cNvPicPr preferRelativeResize="0"/>
          <p:nvPr/>
        </p:nvPicPr>
        <p:blipFill>
          <a:blip r:embed="rId3">
            <a:alphaModFix/>
          </a:blip>
          <a:stretch>
            <a:fillRect/>
          </a:stretch>
        </p:blipFill>
        <p:spPr>
          <a:xfrm>
            <a:off x="152400" y="152400"/>
            <a:ext cx="8868750" cy="429962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6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10" name="Google Shape;510;p6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511" name="Google Shape;511;p67"/>
          <p:cNvSpPr txBox="1"/>
          <p:nvPr/>
        </p:nvSpPr>
        <p:spPr>
          <a:xfrm>
            <a:off x="226815" y="812900"/>
            <a:ext cx="2302200" cy="2493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Decorator Pattern ត្រូវបានប្រើដើម្បីបន្ថែមមុខងារ ឬការទទួលខុសត្រូវថ្មីៗទៅឱ្យ Object មួយ (ក្នុងករណីនេះគឺតម្លៃទំនិញ) ដោយមិនចាំបាច់កែប្រែរចនាសម្ព័ន្ធដើមរបស់វា។</a:t>
            </a:r>
            <a:endParaRPr sz="1500">
              <a:solidFill>
                <a:schemeClr val="dk1"/>
              </a:solidFill>
              <a:latin typeface="Kantumruy Pro"/>
              <a:ea typeface="Kantumruy Pro"/>
              <a:cs typeface="Kantumruy Pro"/>
              <a:sym typeface="Kantumruy Pro"/>
            </a:endParaRPr>
          </a:p>
        </p:txBody>
      </p:sp>
      <p:pic>
        <p:nvPicPr>
          <p:cNvPr id="512" name="Google Shape;512;p67" title="FormSale_Decorator.PNG"/>
          <p:cNvPicPr preferRelativeResize="0"/>
          <p:nvPr/>
        </p:nvPicPr>
        <p:blipFill>
          <a:blip r:embed="rId3">
            <a:alphaModFix/>
          </a:blip>
          <a:stretch>
            <a:fillRect/>
          </a:stretch>
        </p:blipFill>
        <p:spPr>
          <a:xfrm>
            <a:off x="2771666" y="141452"/>
            <a:ext cx="6219935" cy="49044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6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518" name="Google Shape;518;p68" title="decorator.png"/>
          <p:cNvPicPr preferRelativeResize="0"/>
          <p:nvPr/>
        </p:nvPicPr>
        <p:blipFill>
          <a:blip r:embed="rId3">
            <a:alphaModFix/>
          </a:blip>
          <a:stretch>
            <a:fillRect/>
          </a:stretch>
        </p:blipFill>
        <p:spPr>
          <a:xfrm>
            <a:off x="677917" y="152400"/>
            <a:ext cx="7721634" cy="4904425"/>
          </a:xfrm>
          <a:prstGeom prst="rect">
            <a:avLst/>
          </a:prstGeom>
          <a:noFill/>
          <a:ln>
            <a:noFill/>
          </a:ln>
        </p:spPr>
      </p:pic>
      <p:sp>
        <p:nvSpPr>
          <p:cNvPr id="519" name="Google Shape;519;p68"/>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25" name="Google Shape;525;p69"/>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526" name="Google Shape;526;p69"/>
          <p:cNvSpPr txBox="1"/>
          <p:nvPr/>
        </p:nvSpPr>
        <p:spPr>
          <a:xfrm>
            <a:off x="239975" y="914850"/>
            <a:ext cx="2421600" cy="2839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State Pattern </a:t>
            </a:r>
            <a:r>
              <a:rPr lang="en" sz="1500">
                <a:solidFill>
                  <a:schemeClr val="dk1"/>
                </a:solidFill>
                <a:latin typeface="Kantumruy Pro"/>
                <a:ea typeface="Kantumruy Pro"/>
                <a:cs typeface="Kantumruy Pro"/>
                <a:sym typeface="Kantumruy Pro"/>
              </a:rPr>
              <a:t>ត្រូវបានប្រើដើម្បី</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អនុញ្ញាត</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ឱ្យ Object (ក្នុងករណីនេះគឺការលក់ - Sale) </a:t>
            </a:r>
            <a:r>
              <a:rPr lang="en" sz="1500">
                <a:solidFill>
                  <a:schemeClr val="dk1"/>
                </a:solidFill>
                <a:latin typeface="Kantumruy Pro"/>
                <a:ea typeface="Kantumruy Pro"/>
                <a:cs typeface="Kantumruy Pro"/>
                <a:sym typeface="Kantumruy Pro"/>
              </a:rPr>
              <a:t>ផ្លាស់ប្តូរឥរិយាបថរបស់វា នៅពេលដែលស្ថានភាពផ្ទៃក្នុងរបស់វាផ្លាស់ប្តូរ។</a:t>
            </a:r>
            <a:endParaRPr sz="1500">
              <a:solidFill>
                <a:schemeClr val="dk1"/>
              </a:solidFill>
              <a:latin typeface="Kantumruy Pro"/>
              <a:ea typeface="Kantumruy Pro"/>
              <a:cs typeface="Kantumruy Pro"/>
              <a:sym typeface="Kantumruy Pro"/>
            </a:endParaRPr>
          </a:p>
        </p:txBody>
      </p:sp>
      <p:pic>
        <p:nvPicPr>
          <p:cNvPr id="527" name="Google Shape;527;p69" title="FormSale_State.PNG"/>
          <p:cNvPicPr preferRelativeResize="0"/>
          <p:nvPr/>
        </p:nvPicPr>
        <p:blipFill>
          <a:blip r:embed="rId3">
            <a:alphaModFix/>
          </a:blip>
          <a:stretch>
            <a:fillRect/>
          </a:stretch>
        </p:blipFill>
        <p:spPr>
          <a:xfrm>
            <a:off x="2661451" y="86700"/>
            <a:ext cx="6303248" cy="4970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sp>
        <p:nvSpPr>
          <p:cNvPr id="532" name="Google Shape;532;p7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33" name="Google Shape;533;p70"/>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741B47"/>
              </a:solidFill>
            </a:endParaRPr>
          </a:p>
        </p:txBody>
      </p:sp>
      <p:sp>
        <p:nvSpPr>
          <p:cNvPr id="534" name="Google Shape;534;p70"/>
          <p:cNvSpPr txBox="1"/>
          <p:nvPr/>
        </p:nvSpPr>
        <p:spPr>
          <a:xfrm>
            <a:off x="460775" y="845750"/>
            <a:ext cx="2423700" cy="318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Strategy Pattern ត្រូវបានប្រើដើម្បីកំណត់នូវ</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 "បណ្តុំនៃវិធីសាស្ត្រ" (Algorithms) ហើយធ្វើឱ្យពួកវាអាចផ្លាស់ប្តូរគ្នា</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rPr lang="en" sz="1500">
                <a:solidFill>
                  <a:schemeClr val="dk1"/>
                </a:solidFill>
                <a:latin typeface="Kantumruy Pro"/>
                <a:ea typeface="Kantumruy Pro"/>
                <a:cs typeface="Kantumruy Pro"/>
                <a:sym typeface="Kantumruy Pro"/>
              </a:rPr>
              <a:t>បាននៅពេល Runtime </a:t>
            </a:r>
            <a:r>
              <a:rPr lang="en" sz="1500">
                <a:solidFill>
                  <a:schemeClr val="dk1"/>
                </a:solidFill>
                <a:latin typeface="Kantumruy Pro"/>
                <a:ea typeface="Kantumruy Pro"/>
                <a:cs typeface="Kantumruy Pro"/>
                <a:sym typeface="Kantumruy Pro"/>
              </a:rPr>
              <a:t>(ក្នុងករណីនេះគឺការទូទាត់ - Payment)</a:t>
            </a:r>
            <a:r>
              <a:rPr lang="en" sz="1500">
                <a:solidFill>
                  <a:schemeClr val="dk1"/>
                </a:solidFill>
                <a:latin typeface="Kantumruy Pro"/>
                <a:ea typeface="Kantumruy Pro"/>
                <a:cs typeface="Kantumruy Pro"/>
                <a:sym typeface="Kantumruy Pro"/>
              </a:rPr>
              <a:t>។</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t/>
            </a:r>
            <a:endParaRPr sz="1500">
              <a:solidFill>
                <a:schemeClr val="dk1"/>
              </a:solidFill>
              <a:latin typeface="Kantumruy Pro"/>
              <a:ea typeface="Kantumruy Pro"/>
              <a:cs typeface="Kantumruy Pro"/>
              <a:sym typeface="Kantumruy Pro"/>
            </a:endParaRPr>
          </a:p>
        </p:txBody>
      </p:sp>
      <p:pic>
        <p:nvPicPr>
          <p:cNvPr id="535" name="Google Shape;535;p70" title="FormSale_Strategy.PNG"/>
          <p:cNvPicPr preferRelativeResize="0"/>
          <p:nvPr/>
        </p:nvPicPr>
        <p:blipFill>
          <a:blip r:embed="rId3">
            <a:alphaModFix/>
          </a:blip>
          <a:stretch>
            <a:fillRect/>
          </a:stretch>
        </p:blipFill>
        <p:spPr>
          <a:xfrm>
            <a:off x="2884500" y="152400"/>
            <a:ext cx="6107099" cy="481545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7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41" name="Google Shape;541;p71"/>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Then Sivthean</a:t>
            </a:r>
            <a:endParaRPr b="1" i="1">
              <a:solidFill>
                <a:srgbClr val="FF0000"/>
              </a:solidFill>
            </a:endParaRPr>
          </a:p>
        </p:txBody>
      </p:sp>
      <p:sp>
        <p:nvSpPr>
          <p:cNvPr id="542" name="Google Shape;542;p71"/>
          <p:cNvSpPr txBox="1"/>
          <p:nvPr/>
        </p:nvSpPr>
        <p:spPr>
          <a:xfrm>
            <a:off x="211326" y="976202"/>
            <a:ext cx="3197700" cy="35325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Seller ធ្វើការ sell product, add product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Purchaser </a:t>
            </a:r>
            <a:r>
              <a:rPr lang="en" sz="1500">
                <a:solidFill>
                  <a:schemeClr val="dk1"/>
                </a:solidFill>
                <a:latin typeface="Kantumruy Pro"/>
                <a:ea typeface="Kantumruy Pro"/>
                <a:cs typeface="Kantumruy Pro"/>
                <a:sym typeface="Kantumruy Pro"/>
              </a:rPr>
              <a:t>ធ្វើការ purchase product, add product </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HR </a:t>
            </a:r>
            <a:r>
              <a:rPr lang="en" sz="1500">
                <a:solidFill>
                  <a:schemeClr val="dk1"/>
                </a:solidFill>
                <a:latin typeface="Kantumruy Pro"/>
                <a:ea typeface="Kantumruy Pro"/>
                <a:cs typeface="Kantumruy Pro"/>
                <a:sym typeface="Kantumruy Pro"/>
              </a:rPr>
              <a:t>ធ្វើការ manage employee</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Administrator ធ្វើការ inherit ចេញពី HR និងបន្ថែមទៅលើ sell product, purchase product, add product, create inventory</a:t>
            </a:r>
            <a:endParaRPr sz="1500">
              <a:solidFill>
                <a:schemeClr val="dk1"/>
              </a:solidFill>
              <a:latin typeface="Kantumruy Pro"/>
              <a:ea typeface="Kantumruy Pro"/>
              <a:cs typeface="Kantumruy Pro"/>
              <a:sym typeface="Kantumruy Pro"/>
            </a:endParaRPr>
          </a:p>
        </p:txBody>
      </p:sp>
      <p:pic>
        <p:nvPicPr>
          <p:cNvPr id="543" name="Google Shape;543;p71" title="use_case_diagram.png"/>
          <p:cNvPicPr preferRelativeResize="0"/>
          <p:nvPr/>
        </p:nvPicPr>
        <p:blipFill>
          <a:blip r:embed="rId3">
            <a:alphaModFix/>
          </a:blip>
          <a:stretch>
            <a:fillRect/>
          </a:stretch>
        </p:blipFill>
        <p:spPr>
          <a:xfrm>
            <a:off x="3561425" y="89625"/>
            <a:ext cx="5330525" cy="4646725"/>
          </a:xfrm>
          <a:prstGeom prst="rect">
            <a:avLst/>
          </a:prstGeom>
          <a:noFill/>
          <a:ln>
            <a:noFill/>
          </a:ln>
        </p:spPr>
      </p:pic>
      <p:sp>
        <p:nvSpPr>
          <p:cNvPr id="544" name="Google Shape;544;p71"/>
          <p:cNvSpPr txBox="1"/>
          <p:nvPr>
            <p:ph idx="1" type="subTitle"/>
          </p:nvPr>
        </p:nvSpPr>
        <p:spPr>
          <a:xfrm>
            <a:off x="81801" y="98312"/>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solidFill>
                  <a:schemeClr val="accent1"/>
                </a:solidFill>
                <a:latin typeface="Kantumruy Pro"/>
                <a:ea typeface="Kantumruy Pro"/>
                <a:cs typeface="Kantumruy Pro"/>
                <a:sym typeface="Kantumruy Pro"/>
              </a:rPr>
              <a:t>Use Case Diagram</a:t>
            </a:r>
            <a:endParaRPr>
              <a:solidFill>
                <a:schemeClr val="accent1"/>
              </a:solidFill>
              <a:latin typeface="Kantumruy Pro"/>
              <a:ea typeface="Kantumruy Pro"/>
              <a:cs typeface="Kantumruy Pro"/>
              <a:sym typeface="Kantumruy Pr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8" name="Shape 548"/>
        <p:cNvGrpSpPr/>
        <p:nvPr/>
      </p:nvGrpSpPr>
      <p:grpSpPr>
        <a:xfrm>
          <a:off x="0" y="0"/>
          <a:ext cx="0" cy="0"/>
          <a:chOff x="0" y="0"/>
          <a:chExt cx="0" cy="0"/>
        </a:xfrm>
      </p:grpSpPr>
      <p:sp>
        <p:nvSpPr>
          <p:cNvPr id="549" name="Google Shape;549;p7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50" name="Google Shape;550;p72"/>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Le Sreyma</a:t>
            </a:r>
            <a:endParaRPr b="1" i="1">
              <a:solidFill>
                <a:srgbClr val="FF0000"/>
              </a:solidFill>
            </a:endParaRPr>
          </a:p>
        </p:txBody>
      </p:sp>
      <p:sp>
        <p:nvSpPr>
          <p:cNvPr id="551" name="Google Shape;551;p72"/>
          <p:cNvSpPr txBox="1"/>
          <p:nvPr/>
        </p:nvSpPr>
        <p:spPr>
          <a:xfrm>
            <a:off x="692225" y="1205516"/>
            <a:ext cx="8068800" cy="3042300"/>
          </a:xfrm>
          <a:prstGeom prst="rect">
            <a:avLst/>
          </a:prstGeom>
          <a:noFill/>
          <a:ln>
            <a:noFill/>
          </a:ln>
        </p:spPr>
        <p:txBody>
          <a:bodyPr anchorCtr="0" anchor="t" bIns="91425" lIns="91425" spcFirstLastPara="1" rIns="91425" wrap="square" tIns="91425">
            <a:spAutoFit/>
          </a:bodyPr>
          <a:lstStyle/>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តាមរយៈការអភិវឌ្ឍប្រព័ន្ធ Mart Management System នេះ យើងអាចសន្និដ្ឋានបានថា</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ប្រព័ន្ធនេះអាចជួយដល់សហគ្រាស ឬអាជីវកម្មផ្សារ ក្នុងការគ្រប់គ្រងទិន្ន័យជាប្រព័ន្ធ</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និងកាត់បន្ថយកំហុសមនុស្ស។</a:t>
            </a:r>
            <a:endParaRPr sz="1500">
              <a:solidFill>
                <a:schemeClr val="dk1"/>
              </a:solidFill>
              <a:latin typeface="Kantumruy Pro"/>
              <a:ea typeface="Kantumruy Pro"/>
              <a:cs typeface="Kantumruy Pro"/>
              <a:sym typeface="Kantumruy Pro"/>
            </a:endParaRPr>
          </a:p>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ប្រព័ន្ធនេះបានបង្ហាញពីការអនុវត្តន៍យ៉ាងជាក់ស្តែងនៃគោលការណ៍ </a:t>
            </a:r>
            <a:r>
              <a:rPr b="1" lang="en" sz="1500">
                <a:solidFill>
                  <a:schemeClr val="dk1"/>
                </a:solidFill>
                <a:latin typeface="Kantumruy Pro"/>
                <a:ea typeface="Kantumruy Pro"/>
                <a:cs typeface="Kantumruy Pro"/>
                <a:sym typeface="Kantumruy Pro"/>
              </a:rPr>
              <a:t>Object-Oriented Programming (OOP)</a:t>
            </a:r>
            <a:r>
              <a:rPr lang="en" sz="1500">
                <a:solidFill>
                  <a:schemeClr val="dk1"/>
                </a:solidFill>
                <a:latin typeface="Kantumruy Pro"/>
                <a:ea typeface="Kantumruy Pro"/>
                <a:cs typeface="Kantumruy Pro"/>
                <a:sym typeface="Kantumruy Pro"/>
              </a:rPr>
              <a:t> ដោយប្រើ </a:t>
            </a:r>
            <a:r>
              <a:rPr b="1" lang="en" sz="1500">
                <a:solidFill>
                  <a:schemeClr val="dk1"/>
                </a:solidFill>
                <a:latin typeface="Kantumruy Pro"/>
                <a:ea typeface="Kantumruy Pro"/>
                <a:cs typeface="Kantumruy Pro"/>
                <a:sym typeface="Kantumruy Pro"/>
              </a:rPr>
              <a:t>UML Class Diagram</a:t>
            </a:r>
            <a:r>
              <a:rPr lang="en" sz="1500">
                <a:solidFill>
                  <a:schemeClr val="dk1"/>
                </a:solidFill>
                <a:latin typeface="Kantumruy Pro"/>
                <a:ea typeface="Kantumruy Pro"/>
                <a:cs typeface="Kantumruy Pro"/>
                <a:sym typeface="Kantumruy Pro"/>
              </a:rPr>
              <a:t> ដើម្បីបង្ហាញទំនាក់ទំនងរវាង Classes ផ្សេងៗ និងការប្រើប្រាស់ </a:t>
            </a:r>
            <a:r>
              <a:rPr b="1" lang="en" sz="1500">
                <a:solidFill>
                  <a:schemeClr val="dk1"/>
                </a:solidFill>
                <a:latin typeface="Kantumruy Pro"/>
                <a:ea typeface="Kantumruy Pro"/>
                <a:cs typeface="Kantumruy Pro"/>
                <a:sym typeface="Kantumruy Pro"/>
              </a:rPr>
              <a:t>Software Design Pattern</a:t>
            </a:r>
            <a:r>
              <a:rPr lang="en" sz="1500">
                <a:solidFill>
                  <a:schemeClr val="dk1"/>
                </a:solidFill>
                <a:latin typeface="Kantumruy Pro"/>
                <a:ea typeface="Kantumruy Pro"/>
                <a:cs typeface="Kantumruy Pro"/>
                <a:sym typeface="Kantumruy Pro"/>
              </a:rPr>
              <a:t> ដូចជា </a:t>
            </a:r>
            <a:r>
              <a:rPr i="1" lang="en" sz="1500">
                <a:solidFill>
                  <a:schemeClr val="dk1"/>
                </a:solidFill>
                <a:latin typeface="Kantumruy Pro"/>
                <a:ea typeface="Kantumruy Pro"/>
                <a:cs typeface="Kantumruy Pro"/>
                <a:sym typeface="Kantumruy Pro"/>
              </a:rPr>
              <a:t>Builder, Singleton, Composite, Decorator, State,</a:t>
            </a:r>
            <a:r>
              <a:rPr lang="en" sz="1500">
                <a:solidFill>
                  <a:schemeClr val="dk1"/>
                </a:solidFill>
                <a:latin typeface="Kantumruy Pro"/>
                <a:ea typeface="Kantumruy Pro"/>
                <a:cs typeface="Kantumruy Pro"/>
                <a:sym typeface="Kantumruy Pro"/>
              </a:rPr>
              <a:t> និង </a:t>
            </a:r>
            <a:r>
              <a:rPr i="1" lang="en" sz="1500">
                <a:solidFill>
                  <a:schemeClr val="dk1"/>
                </a:solidFill>
                <a:latin typeface="Kantumruy Pro"/>
                <a:ea typeface="Kantumruy Pro"/>
                <a:cs typeface="Kantumruy Pro"/>
                <a:sym typeface="Kantumruy Pro"/>
              </a:rPr>
              <a:t>Strategy</a:t>
            </a:r>
            <a:r>
              <a:rPr lang="en" sz="1500">
                <a:solidFill>
                  <a:schemeClr val="dk1"/>
                </a:solidFill>
                <a:latin typeface="Kantumruy Pro"/>
                <a:ea typeface="Kantumruy Pro"/>
                <a:cs typeface="Kantumruy Pro"/>
                <a:sym typeface="Kantumruy Pro"/>
              </a:rPr>
              <a:t>។ ការរចនាបែបនេះ ធ្វើឱ្យប្រព័ន្ធមានភាពងាយស្រួលក្នុងការគ្រប់គ្រងវត្ថុ</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(Objects) ដែលមានភាពស្មុគស្មាញ និងផ្តល់នូវភាពបត់បែនខ្ពស់ក្នុងការរក្សាទុក កែប្រែ ឬពង្រីកមុខងារថ្មីៗ។</a:t>
            </a:r>
            <a:endParaRPr sz="1500">
              <a:solidFill>
                <a:schemeClr val="dk1"/>
              </a:solidFill>
              <a:latin typeface="Kantumruy Pro"/>
              <a:ea typeface="Kantumruy Pro"/>
              <a:cs typeface="Kantumruy Pro"/>
              <a:sym typeface="Kantumruy Pro"/>
            </a:endParaRPr>
          </a:p>
        </p:txBody>
      </p:sp>
      <p:sp>
        <p:nvSpPr>
          <p:cNvPr id="552" name="Google Shape;552;p72"/>
          <p:cNvSpPr txBox="1"/>
          <p:nvPr>
            <p:ph idx="1" type="subTitle"/>
          </p:nvPr>
        </p:nvSpPr>
        <p:spPr>
          <a:xfrm>
            <a:off x="405126" y="273083"/>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solidFill>
                  <a:schemeClr val="accent1"/>
                </a:solidFill>
                <a:latin typeface="Kantumruy Pro"/>
                <a:ea typeface="Kantumruy Pro"/>
                <a:cs typeface="Kantumruy Pro"/>
                <a:sym typeface="Kantumruy Pro"/>
              </a:rPr>
              <a:t>សន្និដ្ឋាន</a:t>
            </a:r>
            <a:endParaRPr>
              <a:solidFill>
                <a:schemeClr val="accent1"/>
              </a:solidFill>
              <a:latin typeface="Kantumruy Pro"/>
              <a:ea typeface="Kantumruy Pro"/>
              <a:cs typeface="Kantumruy Pro"/>
              <a:sym typeface="Kantumruy Pr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7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558" name="Google Shape;558;p73"/>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FF0000"/>
                </a:solidFill>
                <a:latin typeface="Kantumruy Pro"/>
                <a:ea typeface="Kantumruy Pro"/>
                <a:cs typeface="Kantumruy Pro"/>
                <a:sym typeface="Kantumruy Pro"/>
              </a:rPr>
              <a:t>Sou Chanrojame</a:t>
            </a:r>
            <a:endParaRPr b="1" i="1">
              <a:solidFill>
                <a:srgbClr val="FF0000"/>
              </a:solidFill>
            </a:endParaRPr>
          </a:p>
        </p:txBody>
      </p:sp>
      <p:sp>
        <p:nvSpPr>
          <p:cNvPr id="559" name="Google Shape;559;p73"/>
          <p:cNvSpPr txBox="1"/>
          <p:nvPr>
            <p:ph idx="1" type="subTitle"/>
          </p:nvPr>
        </p:nvSpPr>
        <p:spPr>
          <a:xfrm>
            <a:off x="405126" y="161752"/>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solidFill>
                  <a:schemeClr val="accent1"/>
                </a:solidFill>
                <a:latin typeface="Kantumruy Pro"/>
                <a:ea typeface="Kantumruy Pro"/>
                <a:cs typeface="Kantumruy Pro"/>
                <a:sym typeface="Kantumruy Pro"/>
              </a:rPr>
              <a:t>Demo</a:t>
            </a:r>
            <a:endParaRPr>
              <a:solidFill>
                <a:schemeClr val="accent1"/>
              </a:solidFill>
              <a:latin typeface="Kantumruy Pro"/>
              <a:ea typeface="Kantumruy Pro"/>
              <a:cs typeface="Kantumruy Pro"/>
              <a:sym typeface="Kantumruy Pro"/>
            </a:endParaRPr>
          </a:p>
        </p:txBody>
      </p:sp>
      <p:pic>
        <p:nvPicPr>
          <p:cNvPr descr="Group of young people holding placard saying thank you. Thanking doctors and police. Thankful men and pleased women. Gratitude poster. Appreciation to emergency workers. Vector concept (Provided by Getty Images)" id="560" name="Google Shape;560;p73"/>
          <p:cNvPicPr preferRelativeResize="0"/>
          <p:nvPr/>
        </p:nvPicPr>
        <p:blipFill>
          <a:blip r:embed="rId3">
            <a:alphaModFix/>
          </a:blip>
          <a:stretch>
            <a:fillRect/>
          </a:stretch>
        </p:blipFill>
        <p:spPr>
          <a:xfrm>
            <a:off x="152400" y="692875"/>
            <a:ext cx="8687242" cy="397035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esson 1">
  <a:themeElements>
    <a:clrScheme name="Simple Light">
      <a:dk1>
        <a:srgbClr val="137C3F"/>
      </a:dk1>
      <a:lt1>
        <a:srgbClr val="FFFCF5"/>
      </a:lt1>
      <a:dk2>
        <a:srgbClr val="146AEB"/>
      </a:dk2>
      <a:lt2>
        <a:srgbClr val="FBA084"/>
      </a:lt2>
      <a:accent1>
        <a:srgbClr val="000000"/>
      </a:accent1>
      <a:accent2>
        <a:srgbClr val="FFFFB3"/>
      </a:accent2>
      <a:accent3>
        <a:srgbClr val="B6D7A8"/>
      </a:accent3>
      <a:accent4>
        <a:srgbClr val="A4C2F4"/>
      </a:accent4>
      <a:accent5>
        <a:srgbClr val="B6D7A8"/>
      </a:accent5>
      <a:accent6>
        <a:srgbClr val="B4A7D6"/>
      </a:accent6>
      <a:hlink>
        <a:srgbClr val="146AE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